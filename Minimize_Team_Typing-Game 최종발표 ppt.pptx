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49" r:id="rId2"/>
    <p:sldId id="341" r:id="rId3"/>
    <p:sldId id="336" r:id="rId4"/>
    <p:sldId id="344" r:id="rId5"/>
    <p:sldId id="345" r:id="rId6"/>
    <p:sldId id="350" r:id="rId7"/>
    <p:sldId id="346" r:id="rId8"/>
    <p:sldId id="351" r:id="rId9"/>
    <p:sldId id="353" r:id="rId10"/>
    <p:sldId id="360" r:id="rId11"/>
    <p:sldId id="352" r:id="rId12"/>
    <p:sldId id="359" r:id="rId13"/>
    <p:sldId id="361" r:id="rId14"/>
    <p:sldId id="343" r:id="rId15"/>
  </p:sldIdLst>
  <p:sldSz cx="9906000" cy="6858000" type="A4"/>
  <p:notesSz cx="6765925" cy="9875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195B"/>
    <a:srgbClr val="D44E93"/>
    <a:srgbClr val="FEA9C8"/>
    <a:srgbClr val="641F81"/>
    <a:srgbClr val="FEA0C2"/>
    <a:srgbClr val="432076"/>
    <a:srgbClr val="442076"/>
    <a:srgbClr val="6C1F83"/>
    <a:srgbClr val="FFD966"/>
    <a:srgbClr val="0B2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47B5A-1EF5-47DF-8727-C96B717DA063}" v="2547" dt="2021-05-22T08:31:01.768"/>
    <p1510:client id="{114AF15C-B026-4F02-B16B-DE63420FAB97}" v="1" dt="2021-05-22T05:31:47.764"/>
    <p1510:client id="{1EFECDC0-A40E-4553-AA8A-B1E65188DA32}" v="17" dt="2021-05-22T07:20:23.505"/>
    <p1510:client id="{3AD0DC28-31FC-4021-A055-FF93A61CFD4B}" v="2" dt="2021-05-22T04:13:07.020"/>
    <p1510:client id="{3ADF7B02-BD16-4D44-B01A-FEC6A8EF4E14}" v="1334" dt="2021-05-22T07:22:09.926"/>
    <p1510:client id="{AC213ADF-D4E8-45DF-9FA6-DE6CA113ACE3}" v="961" dt="2021-05-22T04:51:16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6362" autoAdjust="0"/>
  </p:normalViewPr>
  <p:slideViewPr>
    <p:cSldViewPr snapToGrid="0">
      <p:cViewPr varScale="1">
        <p:scale>
          <a:sx n="110" d="100"/>
          <a:sy n="110" d="100"/>
        </p:scale>
        <p:origin x="1590" y="108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1901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2458" y="0"/>
            <a:ext cx="2931901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2F1AA872-E3EE-4463-9307-CC0F8576D7DE}" type="datetimeFigureOut">
              <a:rPr lang="ko-KR" altLang="en-US" smtClean="0"/>
              <a:pPr/>
              <a:t>2021-05-25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6313" y="1235075"/>
            <a:ext cx="4813300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593" y="4752747"/>
            <a:ext cx="5412740" cy="38886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80333"/>
            <a:ext cx="2931901" cy="495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2458" y="9380333"/>
            <a:ext cx="2931901" cy="495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A6898FF1-4838-4F79-AF8A-4CABFB6433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38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396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37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349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429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73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139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76313" y="1235075"/>
            <a:ext cx="4813300" cy="33321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98FF1-4838-4F79-AF8A-4CABFB6433C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0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62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87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0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6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55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99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74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59F2361-5C29-4ED9-9305-9DE7BF5195FA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A0842CE-BFB0-4CE7-AA4C-47F4989F845B}"/>
                </a:ext>
              </a:extLst>
            </p:cNvPr>
            <p:cNvSpPr/>
            <p:nvPr/>
          </p:nvSpPr>
          <p:spPr>
            <a:xfrm>
              <a:off x="1" y="0"/>
              <a:ext cx="9905999" cy="6858000"/>
            </a:xfrm>
            <a:prstGeom prst="rect">
              <a:avLst/>
            </a:prstGeom>
            <a:gradFill>
              <a:gsLst>
                <a:gs pos="0">
                  <a:srgbClr val="002060"/>
                </a:gs>
                <a:gs pos="100000">
                  <a:srgbClr val="6E1E84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265D850-00B4-4C0D-8D95-81B721789EF8}"/>
                </a:ext>
              </a:extLst>
            </p:cNvPr>
            <p:cNvSpPr/>
            <p:nvPr/>
          </p:nvSpPr>
          <p:spPr>
            <a:xfrm>
              <a:off x="0" y="2594170"/>
              <a:ext cx="9906000" cy="4263830"/>
            </a:xfrm>
            <a:prstGeom prst="rect">
              <a:avLst/>
            </a:prstGeom>
            <a:gradFill flip="none" rotWithShape="1">
              <a:gsLst>
                <a:gs pos="885">
                  <a:schemeClr val="bg1">
                    <a:alpha val="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BC11896-19B2-4536-B752-7E3A78889AFC}"/>
              </a:ext>
            </a:extLst>
          </p:cNvPr>
          <p:cNvGrpSpPr/>
          <p:nvPr userDrawn="1"/>
        </p:nvGrpSpPr>
        <p:grpSpPr>
          <a:xfrm>
            <a:off x="4835304" y="1053635"/>
            <a:ext cx="4691481" cy="5804365"/>
            <a:chOff x="4835304" y="1053635"/>
            <a:chExt cx="4691481" cy="580436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F4F6F42-8E48-466A-AC72-0E3364084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20" r="2808" b="80393"/>
            <a:stretch/>
          </p:blipFill>
          <p:spPr>
            <a:xfrm>
              <a:off x="4835304" y="3669506"/>
              <a:ext cx="4691481" cy="3188494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0A1A3C4-636A-40F6-932A-CD1B8A9740A1}"/>
                </a:ext>
              </a:extLst>
            </p:cNvPr>
            <p:cNvCxnSpPr>
              <a:cxnSpLocks/>
            </p:cNvCxnSpPr>
            <p:nvPr/>
          </p:nvCxnSpPr>
          <p:spPr>
            <a:xfrm>
              <a:off x="8991725" y="3109379"/>
              <a:ext cx="0" cy="1698687"/>
            </a:xfrm>
            <a:prstGeom prst="line">
              <a:avLst/>
            </a:prstGeom>
            <a:ln w="25400">
              <a:gradFill>
                <a:gsLst>
                  <a:gs pos="0">
                    <a:srgbClr val="82BEDA"/>
                  </a:gs>
                  <a:gs pos="100000">
                    <a:srgbClr val="ECABD5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B08E88A-57EF-4B98-99F4-4D09385D944E}"/>
                </a:ext>
              </a:extLst>
            </p:cNvPr>
            <p:cNvCxnSpPr>
              <a:cxnSpLocks/>
            </p:cNvCxnSpPr>
            <p:nvPr/>
          </p:nvCxnSpPr>
          <p:spPr>
            <a:xfrm>
              <a:off x="9184548" y="3850375"/>
              <a:ext cx="0" cy="1143405"/>
            </a:xfrm>
            <a:prstGeom prst="line">
              <a:avLst/>
            </a:prstGeom>
            <a:ln w="25400">
              <a:gradFill>
                <a:gsLst>
                  <a:gs pos="0">
                    <a:srgbClr val="7C22FF"/>
                  </a:gs>
                  <a:gs pos="100000">
                    <a:srgbClr val="82BEDA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244AB1-865D-47BB-A045-D3F66387C8AD}"/>
                </a:ext>
              </a:extLst>
            </p:cNvPr>
            <p:cNvGrpSpPr/>
            <p:nvPr/>
          </p:nvGrpSpPr>
          <p:grpSpPr>
            <a:xfrm>
              <a:off x="6281168" y="2618839"/>
              <a:ext cx="148254" cy="1519322"/>
              <a:chOff x="6612825" y="2556912"/>
              <a:chExt cx="182467" cy="1869935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E0B4DBE7-DB82-493C-BF91-A2D4D0CED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5292" y="2556912"/>
                <a:ext cx="0" cy="1856833"/>
              </a:xfrm>
              <a:prstGeom prst="line">
                <a:avLst/>
              </a:prstGeom>
              <a:ln w="25400">
                <a:gradFill>
                  <a:gsLst>
                    <a:gs pos="0">
                      <a:srgbClr val="ECABD5"/>
                    </a:gs>
                    <a:gs pos="100000">
                      <a:srgbClr val="7C22FF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7FD2AF89-E59C-4261-B9EC-7C78F9BAE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2825" y="3331514"/>
                <a:ext cx="0" cy="1095333"/>
              </a:xfrm>
              <a:prstGeom prst="line">
                <a:avLst/>
              </a:prstGeom>
              <a:ln w="25400">
                <a:gradFill>
                  <a:gsLst>
                    <a:gs pos="0">
                      <a:schemeClr val="bg1"/>
                    </a:gs>
                    <a:gs pos="100000">
                      <a:srgbClr val="82BEDA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64A8375-8D2D-46CA-8395-BA9A72D88A42}"/>
                </a:ext>
              </a:extLst>
            </p:cNvPr>
            <p:cNvGrpSpPr/>
            <p:nvPr/>
          </p:nvGrpSpPr>
          <p:grpSpPr>
            <a:xfrm>
              <a:off x="5643713" y="3563844"/>
              <a:ext cx="822601" cy="1921008"/>
              <a:chOff x="6946108" y="2803655"/>
              <a:chExt cx="1012432" cy="236431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7EE2E1D-B14D-4A74-A6B0-09C9F0BF0E67}"/>
                  </a:ext>
                </a:extLst>
              </p:cNvPr>
              <p:cNvSpPr/>
              <p:nvPr/>
            </p:nvSpPr>
            <p:spPr>
              <a:xfrm rot="681572">
                <a:off x="6946108" y="4855973"/>
                <a:ext cx="841507" cy="312000"/>
              </a:xfrm>
              <a:prstGeom prst="ellipse">
                <a:avLst/>
              </a:prstGeom>
              <a:solidFill>
                <a:srgbClr val="5F7FB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F643C6E4-DA04-424E-8159-92000B011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3040" y="2803655"/>
                <a:ext cx="845500" cy="2271369"/>
              </a:xfrm>
              <a:prstGeom prst="rect">
                <a:avLst/>
              </a:prstGeom>
            </p:spPr>
          </p:pic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3057C66-5B94-4795-9E30-30A825862DB8}"/>
                </a:ext>
              </a:extLst>
            </p:cNvPr>
            <p:cNvGrpSpPr/>
            <p:nvPr/>
          </p:nvGrpSpPr>
          <p:grpSpPr>
            <a:xfrm>
              <a:off x="6466314" y="2554917"/>
              <a:ext cx="2520399" cy="3034041"/>
              <a:chOff x="7958540" y="1561898"/>
              <a:chExt cx="3102030" cy="3734204"/>
            </a:xfrm>
          </p:grpSpPr>
          <p:sp>
            <p:nvSpPr>
              <p:cNvPr id="22" name="평행 사변형 39">
                <a:extLst>
                  <a:ext uri="{FF2B5EF4-FFF2-40B4-BE49-F238E27FC236}">
                    <a16:creationId xmlns:a16="http://schemas.microsoft.com/office/drawing/2014/main" id="{C39CFD66-9255-43AB-B10E-354B7CA0F7A0}"/>
                  </a:ext>
                </a:extLst>
              </p:cNvPr>
              <p:cNvSpPr/>
              <p:nvPr/>
            </p:nvSpPr>
            <p:spPr>
              <a:xfrm rot="2534047">
                <a:off x="9267572" y="3743675"/>
                <a:ext cx="1034911" cy="1391260"/>
              </a:xfrm>
              <a:custGeom>
                <a:avLst/>
                <a:gdLst>
                  <a:gd name="connsiteX0" fmla="*/ 0 w 923712"/>
                  <a:gd name="connsiteY0" fmla="*/ 1391260 h 1391260"/>
                  <a:gd name="connsiteX1" fmla="*/ 230928 w 923712"/>
                  <a:gd name="connsiteY1" fmla="*/ 0 h 1391260"/>
                  <a:gd name="connsiteX2" fmla="*/ 923712 w 923712"/>
                  <a:gd name="connsiteY2" fmla="*/ 0 h 1391260"/>
                  <a:gd name="connsiteX3" fmla="*/ 692784 w 923712"/>
                  <a:gd name="connsiteY3" fmla="*/ 1391260 h 1391260"/>
                  <a:gd name="connsiteX4" fmla="*/ 0 w 923712"/>
                  <a:gd name="connsiteY4" fmla="*/ 1391260 h 1391260"/>
                  <a:gd name="connsiteX0" fmla="*/ 0 w 1034911"/>
                  <a:gd name="connsiteY0" fmla="*/ 1391260 h 1391260"/>
                  <a:gd name="connsiteX1" fmla="*/ 230928 w 1034911"/>
                  <a:gd name="connsiteY1" fmla="*/ 0 h 1391260"/>
                  <a:gd name="connsiteX2" fmla="*/ 1034911 w 1034911"/>
                  <a:gd name="connsiteY2" fmla="*/ 43133 h 1391260"/>
                  <a:gd name="connsiteX3" fmla="*/ 692784 w 1034911"/>
                  <a:gd name="connsiteY3" fmla="*/ 1391260 h 1391260"/>
                  <a:gd name="connsiteX4" fmla="*/ 0 w 1034911"/>
                  <a:gd name="connsiteY4" fmla="*/ 1391260 h 1391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4911" h="1391260">
                    <a:moveTo>
                      <a:pt x="0" y="1391260"/>
                    </a:moveTo>
                    <a:lnTo>
                      <a:pt x="230928" y="0"/>
                    </a:lnTo>
                    <a:lnTo>
                      <a:pt x="1034911" y="43133"/>
                    </a:lnTo>
                    <a:lnTo>
                      <a:pt x="692784" y="1391260"/>
                    </a:lnTo>
                    <a:lnTo>
                      <a:pt x="0" y="1391260"/>
                    </a:lnTo>
                    <a:close/>
                  </a:path>
                </a:pathLst>
              </a:custGeom>
              <a:solidFill>
                <a:srgbClr val="5F7FB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63"/>
              </a:p>
            </p:txBody>
          </p:sp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2A2649AF-836F-4EE7-9022-9C11BDF4B1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58540" y="1561898"/>
                <a:ext cx="3102030" cy="3734204"/>
              </a:xfrm>
              <a:prstGeom prst="rect">
                <a:avLst/>
              </a:prstGeom>
            </p:spPr>
          </p:pic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EF94ABD-292C-4A01-980C-1E3020436339}"/>
                </a:ext>
              </a:extLst>
            </p:cNvPr>
            <p:cNvGrpSpPr/>
            <p:nvPr/>
          </p:nvGrpSpPr>
          <p:grpSpPr>
            <a:xfrm>
              <a:off x="7154492" y="1053635"/>
              <a:ext cx="931852" cy="1992720"/>
              <a:chOff x="7165028" y="542299"/>
              <a:chExt cx="931852" cy="1992720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7792B95B-BAED-4945-BF54-C4E88291BE71}"/>
                  </a:ext>
                </a:extLst>
              </p:cNvPr>
              <p:cNvGrpSpPr/>
              <p:nvPr/>
            </p:nvGrpSpPr>
            <p:grpSpPr>
              <a:xfrm>
                <a:off x="7165028" y="542299"/>
                <a:ext cx="931852" cy="1443630"/>
                <a:chOff x="7523994" y="818542"/>
                <a:chExt cx="1504550" cy="2330858"/>
              </a:xfrm>
            </p:grpSpPr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53310675-8B23-44DC-9BE2-2ED0919C1C4D}"/>
                    </a:ext>
                  </a:extLst>
                </p:cNvPr>
                <p:cNvSpPr/>
                <p:nvPr/>
              </p:nvSpPr>
              <p:spPr>
                <a:xfrm>
                  <a:off x="7697765" y="986327"/>
                  <a:ext cx="1157008" cy="115700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0" sx="200000" sy="200000" algn="ctr" rotWithShape="0">
                    <a:schemeClr val="accent4">
                      <a:lumMod val="40000"/>
                      <a:lumOff val="60000"/>
                      <a:alpha val="7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63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99CA5F90-718B-4DDB-85AA-14A88C1121B3}"/>
                    </a:ext>
                  </a:extLst>
                </p:cNvPr>
                <p:cNvGrpSpPr/>
                <p:nvPr/>
              </p:nvGrpSpPr>
              <p:grpSpPr>
                <a:xfrm>
                  <a:off x="7523994" y="818542"/>
                  <a:ext cx="1504550" cy="2330858"/>
                  <a:chOff x="7523994" y="818542"/>
                  <a:chExt cx="1504550" cy="2330858"/>
                </a:xfrm>
              </p:grpSpPr>
              <p:pic>
                <p:nvPicPr>
                  <p:cNvPr id="20" name="그림 19">
                    <a:extLst>
                      <a:ext uri="{FF2B5EF4-FFF2-40B4-BE49-F238E27FC236}">
                        <a16:creationId xmlns:a16="http://schemas.microsoft.com/office/drawing/2014/main" id="{CC8191AF-673A-4379-AFD8-8832997452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523994" y="818542"/>
                    <a:ext cx="1504550" cy="2330858"/>
                  </a:xfrm>
                  <a:prstGeom prst="rect">
                    <a:avLst/>
                  </a:prstGeom>
                  <a:effectLst>
                    <a:outerShdw blurRad="241300" dist="88900" dir="5400000" algn="t" rotWithShape="0">
                      <a:prstClr val="black">
                        <a:alpha val="10000"/>
                      </a:prstClr>
                    </a:outerShdw>
                  </a:effectLst>
                </p:spPr>
              </p:pic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489DFEDB-DFE8-4F01-B064-08ED98B3EF3B}"/>
                      </a:ext>
                    </a:extLst>
                  </p:cNvPr>
                  <p:cNvSpPr/>
                  <p:nvPr/>
                </p:nvSpPr>
                <p:spPr>
                  <a:xfrm>
                    <a:off x="7894320" y="2316480"/>
                    <a:ext cx="754380" cy="266700"/>
                  </a:xfrm>
                  <a:prstGeom prst="ellipse">
                    <a:avLst/>
                  </a:prstGeom>
                  <a:solidFill>
                    <a:srgbClr val="D44E93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63"/>
                  </a:p>
                </p:txBody>
              </p:sp>
            </p:grpSp>
          </p:grp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55556FA4-E727-4437-BCA6-2975206D60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30207" y="1983543"/>
                <a:ext cx="0" cy="551476"/>
              </a:xfrm>
              <a:prstGeom prst="line">
                <a:avLst/>
              </a:prstGeom>
              <a:ln w="25400">
                <a:gradFill>
                  <a:gsLst>
                    <a:gs pos="0">
                      <a:schemeClr val="bg1"/>
                    </a:gs>
                    <a:gs pos="100000">
                      <a:srgbClr val="82BEDA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1431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89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7AA0D4F-5F30-4F7B-ABB5-A516626429F6}"/>
              </a:ext>
            </a:extLst>
          </p:cNvPr>
          <p:cNvSpPr/>
          <p:nvPr/>
        </p:nvSpPr>
        <p:spPr>
          <a:xfrm>
            <a:off x="447345" y="286336"/>
            <a:ext cx="9458656" cy="6670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2060"/>
              </a:gs>
              <a:gs pos="100000">
                <a:srgbClr val="6E1E8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23737FD-FAA3-408D-A336-D563B01A8A91}"/>
              </a:ext>
            </a:extLst>
          </p:cNvPr>
          <p:cNvGrpSpPr/>
          <p:nvPr/>
        </p:nvGrpSpPr>
        <p:grpSpPr>
          <a:xfrm>
            <a:off x="213110" y="227652"/>
            <a:ext cx="566257" cy="877247"/>
            <a:chOff x="7523994" y="818542"/>
            <a:chExt cx="1504550" cy="233085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10CF596-CA9E-4819-B3A4-7F771A1F4BC5}"/>
                </a:ext>
              </a:extLst>
            </p:cNvPr>
            <p:cNvSpPr/>
            <p:nvPr/>
          </p:nvSpPr>
          <p:spPr>
            <a:xfrm>
              <a:off x="7697765" y="986327"/>
              <a:ext cx="1157008" cy="11570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0" sx="200000" sy="200000" algn="ctr" rotWithShape="0">
                <a:schemeClr val="accent4">
                  <a:lumMod val="40000"/>
                  <a:lumOff val="60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0D6E0AB-AF0C-45B8-B57B-9F4FA6830A22}"/>
                </a:ext>
              </a:extLst>
            </p:cNvPr>
            <p:cNvGrpSpPr/>
            <p:nvPr/>
          </p:nvGrpSpPr>
          <p:grpSpPr>
            <a:xfrm>
              <a:off x="7523994" y="818542"/>
              <a:ext cx="1504550" cy="2330858"/>
              <a:chOff x="7523994" y="818542"/>
              <a:chExt cx="1504550" cy="2330858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04B6A740-662F-48E6-8902-BAA39CC8A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23994" y="818542"/>
                <a:ext cx="1504550" cy="2330858"/>
              </a:xfrm>
              <a:prstGeom prst="rect">
                <a:avLst/>
              </a:prstGeom>
              <a:effectLst>
                <a:outerShdw blurRad="241300" dist="88900" dir="5400000" algn="t" rotWithShape="0">
                  <a:prstClr val="black">
                    <a:alpha val="10000"/>
                  </a:prstClr>
                </a:outerShdw>
              </a:effectLst>
            </p:spPr>
          </p:pic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A9894FD7-34B2-4936-8374-96400AAD1A85}"/>
                  </a:ext>
                </a:extLst>
              </p:cNvPr>
              <p:cNvSpPr/>
              <p:nvPr/>
            </p:nvSpPr>
            <p:spPr>
              <a:xfrm>
                <a:off x="7894320" y="2316480"/>
                <a:ext cx="754380" cy="266700"/>
              </a:xfrm>
              <a:prstGeom prst="ellipse">
                <a:avLst/>
              </a:prstGeom>
              <a:solidFill>
                <a:srgbClr val="D44E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526" y="345932"/>
            <a:ext cx="4113627" cy="547842"/>
          </a:xfrm>
          <a:noFill/>
          <a:ln>
            <a:noFill/>
          </a:ln>
        </p:spPr>
        <p:txBody>
          <a:bodyPr wrap="none" rtlCol="0" anchor="ctr" anchorCtr="0">
            <a:spAutoFit/>
          </a:bodyPr>
          <a:lstStyle>
            <a:lvl1pPr>
              <a:defRPr lang="en-US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 marL="0" lvl="0" defTabSz="45720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16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8CCA3143-1570-4F1B-8E4F-11BD674CA5EA}"/>
              </a:ext>
            </a:extLst>
          </p:cNvPr>
          <p:cNvGrpSpPr/>
          <p:nvPr userDrawn="1"/>
        </p:nvGrpSpPr>
        <p:grpSpPr>
          <a:xfrm>
            <a:off x="-2058264" y="-750820"/>
            <a:ext cx="13241596" cy="8359639"/>
            <a:chOff x="-2058264" y="-750820"/>
            <a:chExt cx="13241596" cy="8359639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EB2CDFF-03A4-4219-92E5-AD7D1AC8D5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0054"/>
            <a:stretch/>
          </p:blipFill>
          <p:spPr>
            <a:xfrm>
              <a:off x="528" y="0"/>
              <a:ext cx="9907845" cy="6858000"/>
            </a:xfrm>
            <a:prstGeom prst="rect">
              <a:avLst/>
            </a:prstGeom>
          </p:spPr>
        </p:pic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3D25E11-0B4C-44D9-B27A-9A5659948B97}"/>
                </a:ext>
              </a:extLst>
            </p:cNvPr>
            <p:cNvGrpSpPr/>
            <p:nvPr/>
          </p:nvGrpSpPr>
          <p:grpSpPr>
            <a:xfrm>
              <a:off x="-2058264" y="-750820"/>
              <a:ext cx="13241596" cy="8359639"/>
              <a:chOff x="-2533249" y="-1715394"/>
              <a:chExt cx="16297349" cy="10288787"/>
            </a:xfrm>
          </p:grpSpPr>
          <p:sp>
            <p:nvSpPr>
              <p:cNvPr id="39" name="원형: 비어 있음 38">
                <a:extLst>
                  <a:ext uri="{FF2B5EF4-FFF2-40B4-BE49-F238E27FC236}">
                    <a16:creationId xmlns:a16="http://schemas.microsoft.com/office/drawing/2014/main" id="{649EB1BE-A303-40A9-8989-7C557F509CA4}"/>
                  </a:ext>
                </a:extLst>
              </p:cNvPr>
              <p:cNvSpPr/>
              <p:nvPr/>
            </p:nvSpPr>
            <p:spPr>
              <a:xfrm>
                <a:off x="-2533249" y="3156435"/>
                <a:ext cx="5416958" cy="5416958"/>
              </a:xfrm>
              <a:prstGeom prst="donut">
                <a:avLst>
                  <a:gd name="adj" fmla="val 14217"/>
                </a:avLst>
              </a:prstGeom>
              <a:solidFill>
                <a:schemeClr val="bg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7040DC3-B471-457A-B177-3214E095908E}"/>
                  </a:ext>
                </a:extLst>
              </p:cNvPr>
              <p:cNvSpPr/>
              <p:nvPr/>
            </p:nvSpPr>
            <p:spPr>
              <a:xfrm>
                <a:off x="214791" y="385510"/>
                <a:ext cx="2136329" cy="2136329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63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80F747A-D35B-434C-A787-FB7F6AD04F88}"/>
                  </a:ext>
                </a:extLst>
              </p:cNvPr>
              <p:cNvSpPr/>
              <p:nvPr/>
            </p:nvSpPr>
            <p:spPr>
              <a:xfrm>
                <a:off x="1861907" y="1268042"/>
                <a:ext cx="941562" cy="941562"/>
              </a:xfrm>
              <a:prstGeom prst="ellipse">
                <a:avLst/>
              </a:prstGeom>
              <a:solidFill>
                <a:schemeClr val="bg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63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3E2E3F80-71FB-4149-8085-7A360EE475F8}"/>
                  </a:ext>
                </a:extLst>
              </p:cNvPr>
              <p:cNvSpPr/>
              <p:nvPr/>
            </p:nvSpPr>
            <p:spPr>
              <a:xfrm>
                <a:off x="3305180" y="6224293"/>
                <a:ext cx="378414" cy="378414"/>
              </a:xfrm>
              <a:prstGeom prst="ellipse">
                <a:avLst/>
              </a:prstGeom>
              <a:solidFill>
                <a:schemeClr val="bg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463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원형: 비어 있음 42">
                <a:extLst>
                  <a:ext uri="{FF2B5EF4-FFF2-40B4-BE49-F238E27FC236}">
                    <a16:creationId xmlns:a16="http://schemas.microsoft.com/office/drawing/2014/main" id="{B194D359-729B-4177-94FE-6073CD89F60F}"/>
                  </a:ext>
                </a:extLst>
              </p:cNvPr>
              <p:cNvSpPr/>
              <p:nvPr/>
            </p:nvSpPr>
            <p:spPr>
              <a:xfrm>
                <a:off x="10483223" y="-1715394"/>
                <a:ext cx="3280877" cy="3280877"/>
              </a:xfrm>
              <a:prstGeom prst="donut">
                <a:avLst>
                  <a:gd name="adj" fmla="val 9259"/>
                </a:avLst>
              </a:prstGeom>
              <a:solidFill>
                <a:schemeClr val="bg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B699013-6B90-4F56-AF5D-7AAD858F9C97}"/>
                </a:ext>
              </a:extLst>
            </p:cNvPr>
            <p:cNvGrpSpPr/>
            <p:nvPr/>
          </p:nvGrpSpPr>
          <p:grpSpPr>
            <a:xfrm>
              <a:off x="3938716" y="3844760"/>
              <a:ext cx="5575172" cy="2755473"/>
              <a:chOff x="4847650" y="3149399"/>
              <a:chExt cx="6861750" cy="3391351"/>
            </a:xfrm>
          </p:grpSpPr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39402E8-B52B-46B4-A611-2E8D454AF3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09400" y="4195808"/>
                <a:ext cx="0" cy="2090692"/>
              </a:xfrm>
              <a:prstGeom prst="line">
                <a:avLst/>
              </a:prstGeom>
              <a:ln w="25400">
                <a:gradFill>
                  <a:gsLst>
                    <a:gs pos="0">
                      <a:srgbClr val="82BEDA"/>
                    </a:gs>
                    <a:gs pos="100000">
                      <a:srgbClr val="ECABD5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1F2A50B2-2D60-43B0-A5D2-73BECF37F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9750" y="4556667"/>
                <a:ext cx="0" cy="1856833"/>
              </a:xfrm>
              <a:prstGeom prst="line">
                <a:avLst/>
              </a:prstGeom>
              <a:ln w="25400">
                <a:gradFill>
                  <a:gsLst>
                    <a:gs pos="0">
                      <a:srgbClr val="ECABD5"/>
                    </a:gs>
                    <a:gs pos="100000">
                      <a:srgbClr val="7C22FF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2C18844B-AFB0-4AD3-89F1-ABB41F57F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6250" y="3149399"/>
                <a:ext cx="0" cy="1407268"/>
              </a:xfrm>
              <a:prstGeom prst="line">
                <a:avLst/>
              </a:prstGeom>
              <a:ln w="25400">
                <a:gradFill>
                  <a:gsLst>
                    <a:gs pos="0">
                      <a:srgbClr val="7C22FF"/>
                    </a:gs>
                    <a:gs pos="100000">
                      <a:srgbClr val="82BEDA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6A5F9FF2-A337-4E01-AFF5-2178FF1C08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7650" y="5580358"/>
                <a:ext cx="0" cy="960392"/>
              </a:xfrm>
              <a:prstGeom prst="line">
                <a:avLst/>
              </a:prstGeom>
              <a:ln w="25400">
                <a:gradFill>
                  <a:gsLst>
                    <a:gs pos="0">
                      <a:schemeClr val="bg1"/>
                    </a:gs>
                    <a:gs pos="100000">
                      <a:srgbClr val="82BEDA">
                        <a:alpha val="0"/>
                      </a:srgbClr>
                    </a:gs>
                  </a:gsLst>
                  <a:lin ang="5400000" scaled="1"/>
                </a:gra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D8CC0C7-0631-4FEF-BEF7-4550E763A4CF}"/>
                </a:ext>
              </a:extLst>
            </p:cNvPr>
            <p:cNvGrpSpPr/>
            <p:nvPr/>
          </p:nvGrpSpPr>
          <p:grpSpPr>
            <a:xfrm>
              <a:off x="6118715" y="1911736"/>
              <a:ext cx="1222447" cy="1893822"/>
              <a:chOff x="7523994" y="818542"/>
              <a:chExt cx="1504550" cy="2330858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219FD049-0A8D-4260-89F0-64F4D4B8F0CA}"/>
                  </a:ext>
                </a:extLst>
              </p:cNvPr>
              <p:cNvSpPr/>
              <p:nvPr/>
            </p:nvSpPr>
            <p:spPr>
              <a:xfrm>
                <a:off x="7697765" y="986327"/>
                <a:ext cx="1157008" cy="115700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0" sx="200000" sy="200000" algn="ctr" rotWithShape="0">
                  <a:schemeClr val="accent4">
                    <a:lumMod val="40000"/>
                    <a:lumOff val="60000"/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/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8A9A0553-AEC4-45E0-A28E-EC37B2AD8AF8}"/>
                  </a:ext>
                </a:extLst>
              </p:cNvPr>
              <p:cNvGrpSpPr/>
              <p:nvPr/>
            </p:nvGrpSpPr>
            <p:grpSpPr>
              <a:xfrm>
                <a:off x="7523994" y="818542"/>
                <a:ext cx="1504550" cy="2330858"/>
                <a:chOff x="7523994" y="818542"/>
                <a:chExt cx="1504550" cy="2330858"/>
              </a:xfrm>
            </p:grpSpPr>
            <p:pic>
              <p:nvPicPr>
                <p:cNvPr id="33" name="그림 32">
                  <a:extLst>
                    <a:ext uri="{FF2B5EF4-FFF2-40B4-BE49-F238E27FC236}">
                      <a16:creationId xmlns:a16="http://schemas.microsoft.com/office/drawing/2014/main" id="{8F402145-ED7E-462F-BF1B-DFC0088256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23994" y="818542"/>
                  <a:ext cx="1504550" cy="2330858"/>
                </a:xfrm>
                <a:prstGeom prst="rect">
                  <a:avLst/>
                </a:prstGeom>
                <a:effectLst>
                  <a:outerShdw blurRad="241300" dist="88900" dir="5400000" algn="t" rotWithShape="0">
                    <a:prstClr val="black">
                      <a:alpha val="10000"/>
                    </a:prstClr>
                  </a:outerShdw>
                </a:effectLst>
              </p:spPr>
            </p:pic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22CDFD6D-CDD9-45BC-9ADA-033EB3A8B103}"/>
                    </a:ext>
                  </a:extLst>
                </p:cNvPr>
                <p:cNvSpPr/>
                <p:nvPr/>
              </p:nvSpPr>
              <p:spPr>
                <a:xfrm>
                  <a:off x="7894320" y="2316480"/>
                  <a:ext cx="754380" cy="266700"/>
                </a:xfrm>
                <a:prstGeom prst="ellipse">
                  <a:avLst/>
                </a:prstGeom>
                <a:solidFill>
                  <a:srgbClr val="D44E93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63"/>
                </a:p>
              </p:txBody>
            </p: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D109879B-F605-42D9-AD1D-978367F4647D}"/>
                </a:ext>
              </a:extLst>
            </p:cNvPr>
            <p:cNvGrpSpPr/>
            <p:nvPr/>
          </p:nvGrpSpPr>
          <p:grpSpPr>
            <a:xfrm>
              <a:off x="4472578" y="3464629"/>
              <a:ext cx="4514721" cy="3393371"/>
              <a:chOff x="2714171" y="9526"/>
              <a:chExt cx="4210149" cy="3164447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4E62D53D-D363-4E6B-A9CE-E9D072444A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9620" r="3074" b="53858"/>
              <a:stretch/>
            </p:blipFill>
            <p:spPr>
              <a:xfrm>
                <a:off x="4964891" y="9526"/>
                <a:ext cx="1959429" cy="3164447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CDF9611-A993-42CC-BE93-05CAFEB8E3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72" r="69822" b="53858"/>
              <a:stretch/>
            </p:blipFill>
            <p:spPr>
              <a:xfrm>
                <a:off x="2714171" y="9526"/>
                <a:ext cx="1959429" cy="3164447"/>
              </a:xfrm>
              <a:prstGeom prst="rect">
                <a:avLst/>
              </a:pr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645B0BDF-97EF-4746-AD9C-8DAC625C94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853" r="35841" b="63163"/>
              <a:stretch/>
            </p:blipFill>
            <p:spPr>
              <a:xfrm>
                <a:off x="3836639" y="647700"/>
                <a:ext cx="1959429" cy="252627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16754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486A77-5961-42B5-9AD9-07969ED041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54"/>
          <a:stretch/>
        </p:blipFill>
        <p:spPr>
          <a:xfrm>
            <a:off x="528" y="0"/>
            <a:ext cx="9907845" cy="6858000"/>
          </a:xfrm>
          <a:prstGeom prst="rect">
            <a:avLst/>
          </a:prstGeom>
        </p:spPr>
      </p:pic>
      <p:sp>
        <p:nvSpPr>
          <p:cNvPr id="45" name="원형: 비어 있음 44">
            <a:extLst>
              <a:ext uri="{FF2B5EF4-FFF2-40B4-BE49-F238E27FC236}">
                <a16:creationId xmlns:a16="http://schemas.microsoft.com/office/drawing/2014/main" id="{5BFE2FD6-DA33-47E6-81BE-67AE833FDE3E}"/>
              </a:ext>
            </a:extLst>
          </p:cNvPr>
          <p:cNvSpPr/>
          <p:nvPr userDrawn="1"/>
        </p:nvSpPr>
        <p:spPr>
          <a:xfrm>
            <a:off x="8517619" y="-750820"/>
            <a:ext cx="2665713" cy="2665713"/>
          </a:xfrm>
          <a:prstGeom prst="donut">
            <a:avLst>
              <a:gd name="adj" fmla="val 9259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3F5139C-0FEC-4228-88E2-19A604A24C9F}"/>
              </a:ext>
            </a:extLst>
          </p:cNvPr>
          <p:cNvSpPr/>
          <p:nvPr userDrawn="1"/>
        </p:nvSpPr>
        <p:spPr>
          <a:xfrm>
            <a:off x="5938913" y="1484543"/>
            <a:ext cx="765019" cy="765019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83E83A0-E866-4665-88DC-6400CA5503DF}"/>
              </a:ext>
            </a:extLst>
          </p:cNvPr>
          <p:cNvGrpSpPr/>
          <p:nvPr userDrawn="1"/>
        </p:nvGrpSpPr>
        <p:grpSpPr>
          <a:xfrm>
            <a:off x="2165414" y="4463822"/>
            <a:ext cx="5575172" cy="2755473"/>
            <a:chOff x="4847650" y="3149399"/>
            <a:chExt cx="6861750" cy="3391351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C3AD1CA8-8FDA-4E9C-BB40-E58605204A9B}"/>
                </a:ext>
              </a:extLst>
            </p:cNvPr>
            <p:cNvCxnSpPr>
              <a:cxnSpLocks/>
            </p:cNvCxnSpPr>
            <p:nvPr/>
          </p:nvCxnSpPr>
          <p:spPr>
            <a:xfrm>
              <a:off x="11709400" y="4195808"/>
              <a:ext cx="0" cy="2090692"/>
            </a:xfrm>
            <a:prstGeom prst="line">
              <a:avLst/>
            </a:prstGeom>
            <a:ln w="25400">
              <a:gradFill>
                <a:gsLst>
                  <a:gs pos="0">
                    <a:srgbClr val="82BEDA"/>
                  </a:gs>
                  <a:gs pos="100000">
                    <a:srgbClr val="ECABD5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1118A7B0-04CA-408D-948E-83A7CB2E91DA}"/>
                </a:ext>
              </a:extLst>
            </p:cNvPr>
            <p:cNvCxnSpPr>
              <a:cxnSpLocks/>
            </p:cNvCxnSpPr>
            <p:nvPr/>
          </p:nvCxnSpPr>
          <p:spPr>
            <a:xfrm>
              <a:off x="5139750" y="4556667"/>
              <a:ext cx="0" cy="1856833"/>
            </a:xfrm>
            <a:prstGeom prst="line">
              <a:avLst/>
            </a:prstGeom>
            <a:ln w="25400">
              <a:gradFill>
                <a:gsLst>
                  <a:gs pos="0">
                    <a:srgbClr val="ECABD5"/>
                  </a:gs>
                  <a:gs pos="100000">
                    <a:srgbClr val="7C22FF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9513D51B-6821-40C2-98B2-C838D2FDCC6C}"/>
                </a:ext>
              </a:extLst>
            </p:cNvPr>
            <p:cNvCxnSpPr>
              <a:cxnSpLocks/>
            </p:cNvCxnSpPr>
            <p:nvPr/>
          </p:nvCxnSpPr>
          <p:spPr>
            <a:xfrm>
              <a:off x="11426250" y="3149399"/>
              <a:ext cx="0" cy="1407268"/>
            </a:xfrm>
            <a:prstGeom prst="line">
              <a:avLst/>
            </a:prstGeom>
            <a:ln w="25400">
              <a:gradFill>
                <a:gsLst>
                  <a:gs pos="0">
                    <a:srgbClr val="7C22FF"/>
                  </a:gs>
                  <a:gs pos="100000">
                    <a:srgbClr val="82BEDA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D875E1A2-E1A6-414D-AC0B-7FAEB61F982E}"/>
                </a:ext>
              </a:extLst>
            </p:cNvPr>
            <p:cNvCxnSpPr>
              <a:cxnSpLocks/>
            </p:cNvCxnSpPr>
            <p:nvPr/>
          </p:nvCxnSpPr>
          <p:spPr>
            <a:xfrm>
              <a:off x="4847650" y="5580358"/>
              <a:ext cx="0" cy="960392"/>
            </a:xfrm>
            <a:prstGeom prst="line">
              <a:avLst/>
            </a:prstGeom>
            <a:ln w="25400">
              <a:gradFill>
                <a:gsLst>
                  <a:gs pos="0">
                    <a:schemeClr val="bg1"/>
                  </a:gs>
                  <a:gs pos="100000">
                    <a:srgbClr val="82BEDA">
                      <a:alpha val="0"/>
                    </a:srgbClr>
                  </a:gs>
                </a:gsLst>
                <a:lin ang="5400000" scaled="1"/>
              </a:gra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AAB16F2-6B74-4064-9B87-20B0D959402D}"/>
              </a:ext>
            </a:extLst>
          </p:cNvPr>
          <p:cNvGrpSpPr/>
          <p:nvPr userDrawn="1"/>
        </p:nvGrpSpPr>
        <p:grpSpPr>
          <a:xfrm>
            <a:off x="4345413" y="2317687"/>
            <a:ext cx="1222447" cy="1893822"/>
            <a:chOff x="7523994" y="818542"/>
            <a:chExt cx="1504550" cy="2330858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E19E3F0-70A6-4AEB-9F74-E28078DD82C9}"/>
                </a:ext>
              </a:extLst>
            </p:cNvPr>
            <p:cNvSpPr/>
            <p:nvPr/>
          </p:nvSpPr>
          <p:spPr>
            <a:xfrm>
              <a:off x="7697765" y="986327"/>
              <a:ext cx="1157008" cy="11570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0" sx="200000" sy="200000" algn="ctr" rotWithShape="0">
                <a:schemeClr val="accent4">
                  <a:lumMod val="40000"/>
                  <a:lumOff val="60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5C36BF86-9EDB-4701-ADB1-634CA7C0BE3A}"/>
                </a:ext>
              </a:extLst>
            </p:cNvPr>
            <p:cNvGrpSpPr/>
            <p:nvPr/>
          </p:nvGrpSpPr>
          <p:grpSpPr>
            <a:xfrm>
              <a:off x="7523994" y="818542"/>
              <a:ext cx="1504550" cy="2330858"/>
              <a:chOff x="7523994" y="818542"/>
              <a:chExt cx="1504550" cy="2330858"/>
            </a:xfrm>
          </p:grpSpPr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B26EC38A-25A3-47C1-9E26-2F954B284E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3994" y="818542"/>
                <a:ext cx="1504550" cy="2330858"/>
              </a:xfrm>
              <a:prstGeom prst="rect">
                <a:avLst/>
              </a:prstGeom>
              <a:effectLst>
                <a:outerShdw blurRad="241300" dist="88900" dir="5400000" algn="t" rotWithShape="0">
                  <a:prstClr val="black">
                    <a:alpha val="10000"/>
                  </a:prstClr>
                </a:outerShdw>
              </a:effectLst>
            </p:spPr>
          </p:pic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D52B4BC6-E048-4EF0-BB81-6C7AB2262615}"/>
                  </a:ext>
                </a:extLst>
              </p:cNvPr>
              <p:cNvSpPr/>
              <p:nvPr/>
            </p:nvSpPr>
            <p:spPr>
              <a:xfrm>
                <a:off x="7894320" y="2316480"/>
                <a:ext cx="754380" cy="266700"/>
              </a:xfrm>
              <a:prstGeom prst="ellipse">
                <a:avLst/>
              </a:prstGeom>
              <a:solidFill>
                <a:srgbClr val="D44E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63"/>
              </a:p>
            </p:txBody>
          </p: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4B5CE8-C8C8-4015-A0BC-C60A9451887C}"/>
              </a:ext>
            </a:extLst>
          </p:cNvPr>
          <p:cNvGrpSpPr/>
          <p:nvPr userDrawn="1"/>
        </p:nvGrpSpPr>
        <p:grpSpPr>
          <a:xfrm>
            <a:off x="2699276" y="4083691"/>
            <a:ext cx="4514721" cy="2774310"/>
            <a:chOff x="2714171" y="9526"/>
            <a:chExt cx="4210149" cy="2587149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69803AFF-B049-4412-B097-CDEF0F02DC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20" r="3074" b="62276"/>
            <a:stretch/>
          </p:blipFill>
          <p:spPr>
            <a:xfrm>
              <a:off x="4964891" y="9526"/>
              <a:ext cx="1959429" cy="2587148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9497B3A8-60D0-4689-A987-3EBC16773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" r="69822" b="62276"/>
            <a:stretch/>
          </p:blipFill>
          <p:spPr>
            <a:xfrm>
              <a:off x="2714171" y="9526"/>
              <a:ext cx="1959429" cy="2587148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F69069F-60ED-44BC-8D5B-00DB6E1314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853" r="35841" b="71581"/>
            <a:stretch/>
          </p:blipFill>
          <p:spPr>
            <a:xfrm>
              <a:off x="3836639" y="647701"/>
              <a:ext cx="1959429" cy="1948974"/>
            </a:xfrm>
            <a:prstGeom prst="rect">
              <a:avLst/>
            </a:prstGeom>
          </p:spPr>
        </p:pic>
      </p:grpSp>
      <p:sp>
        <p:nvSpPr>
          <p:cNvPr id="62" name="원형: 비어 있음 61">
            <a:extLst>
              <a:ext uri="{FF2B5EF4-FFF2-40B4-BE49-F238E27FC236}">
                <a16:creationId xmlns:a16="http://schemas.microsoft.com/office/drawing/2014/main" id="{D9E95102-7589-44C0-82A6-138D8178A5F5}"/>
              </a:ext>
            </a:extLst>
          </p:cNvPr>
          <p:cNvSpPr/>
          <p:nvPr userDrawn="1"/>
        </p:nvSpPr>
        <p:spPr>
          <a:xfrm>
            <a:off x="-2058265" y="3207541"/>
            <a:ext cx="4401278" cy="4401278"/>
          </a:xfrm>
          <a:prstGeom prst="donut">
            <a:avLst>
              <a:gd name="adj" fmla="val 14217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588C06B-3BE7-406A-A29E-08662C5E2D69}"/>
              </a:ext>
            </a:extLst>
          </p:cNvPr>
          <p:cNvSpPr/>
          <p:nvPr userDrawn="1"/>
        </p:nvSpPr>
        <p:spPr>
          <a:xfrm>
            <a:off x="2685459" y="5700176"/>
            <a:ext cx="307461" cy="307461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58E81C3-7886-4FD0-BB8C-217E273C9771}"/>
              </a:ext>
            </a:extLst>
          </p:cNvPr>
          <p:cNvSpPr/>
          <p:nvPr userDrawn="1"/>
        </p:nvSpPr>
        <p:spPr>
          <a:xfrm>
            <a:off x="2951364" y="943371"/>
            <a:ext cx="1117173" cy="1117171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03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906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22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77EA98-CA5D-4A9B-A0A1-15D3199F22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54"/>
          <a:stretch/>
        </p:blipFill>
        <p:spPr>
          <a:xfrm>
            <a:off x="528" y="0"/>
            <a:ext cx="9907845" cy="6858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31C1956-D217-408B-9F26-71F423498B0D}"/>
              </a:ext>
            </a:extLst>
          </p:cNvPr>
          <p:cNvGrpSpPr/>
          <p:nvPr userDrawn="1"/>
        </p:nvGrpSpPr>
        <p:grpSpPr>
          <a:xfrm>
            <a:off x="2760683" y="1205442"/>
            <a:ext cx="4364070" cy="1131358"/>
            <a:chOff x="3303728" y="1351502"/>
            <a:chExt cx="3277979" cy="849795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45E1DD7-3857-4B30-BE0A-7534A68DD9BE}"/>
                </a:ext>
              </a:extLst>
            </p:cNvPr>
            <p:cNvSpPr/>
            <p:nvPr userDrawn="1"/>
          </p:nvSpPr>
          <p:spPr>
            <a:xfrm>
              <a:off x="3303728" y="1351502"/>
              <a:ext cx="731822" cy="731822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spc="300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993B6C5-AC5C-4DC4-BC78-74FA6B267AB9}"/>
                </a:ext>
              </a:extLst>
            </p:cNvPr>
            <p:cNvSpPr/>
            <p:nvPr userDrawn="1"/>
          </p:nvSpPr>
          <p:spPr>
            <a:xfrm>
              <a:off x="5938504" y="1885109"/>
              <a:ext cx="316188" cy="31618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spc="30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D84BDF-E83E-43D0-9D85-60750950A3D9}"/>
                </a:ext>
              </a:extLst>
            </p:cNvPr>
            <p:cNvSpPr txBox="1"/>
            <p:nvPr userDrawn="1"/>
          </p:nvSpPr>
          <p:spPr>
            <a:xfrm>
              <a:off x="3902141" y="1590958"/>
              <a:ext cx="2101717" cy="5403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5400" b="1" spc="3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j-cs"/>
                </a:rPr>
                <a:t>Contents</a:t>
              </a:r>
              <a:endParaRPr lang="ko-KR" altLang="en-US" sz="5400" b="1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3916E95-D987-40CA-9D3D-11C56CDCA222}"/>
                </a:ext>
              </a:extLst>
            </p:cNvPr>
            <p:cNvSpPr/>
            <p:nvPr userDrawn="1"/>
          </p:nvSpPr>
          <p:spPr>
            <a:xfrm>
              <a:off x="6006290" y="1517685"/>
              <a:ext cx="575417" cy="575417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0" spc="3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305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E9CE7-A9FC-4DAA-9E79-197838C5B6BB}" type="datetimeFigureOut">
              <a:rPr lang="ko-KR" altLang="en-US" smtClean="0"/>
              <a:pPr/>
              <a:t>2021-05-25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E8AA6-D1AB-4A40-9EC3-089969E20B9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977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3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4" r:id="rId14"/>
    <p:sldLayoutId id="2147483650" r:id="rId15"/>
    <p:sldLayoutId id="2147483651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ing-factory.tistory.com/666" TargetMode="External"/><Relationship Id="rId2" Type="http://schemas.openxmlformats.org/officeDocument/2006/relationships/hyperlink" Target="https://blog.naver.com/gmail2012/221702703012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blog.naver.com/foryourwedding/222179019204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19763" y="1637852"/>
            <a:ext cx="3198311" cy="8402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ko-KR" altLang="en-US" sz="54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/>
                <a:cs typeface="+mj-cs"/>
              </a:rPr>
              <a:t>타자 게임</a:t>
            </a:r>
            <a:endParaRPr lang="en-US" altLang="ko-KR" sz="54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j-cs"/>
            </a:endParaRPr>
          </a:p>
        </p:txBody>
      </p:sp>
      <p:sp>
        <p:nvSpPr>
          <p:cNvPr id="15" name="부제목 2"/>
          <p:cNvSpPr txBox="1">
            <a:spLocks/>
          </p:cNvSpPr>
          <p:nvPr/>
        </p:nvSpPr>
        <p:spPr>
          <a:xfrm>
            <a:off x="719763" y="2730530"/>
            <a:ext cx="3784105" cy="3641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2000" b="1" dirty="0" err="1">
                <a:ea typeface="맑은 고딕"/>
              </a:rPr>
              <a:t>미니마이즈</a:t>
            </a:r>
            <a:r>
              <a:rPr lang="ko-KR" altLang="en-US" sz="2000" b="1" dirty="0">
                <a:ea typeface="맑은 고딕"/>
              </a:rPr>
              <a:t> </a:t>
            </a:r>
            <a:r>
              <a:rPr lang="en-US" altLang="ko-KR" sz="2000" b="1" dirty="0">
                <a:ea typeface="맑은 고딕"/>
              </a:rPr>
              <a:t> </a:t>
            </a:r>
            <a:r>
              <a:rPr lang="ko-KR" altLang="en-US" sz="1800" b="1" dirty="0">
                <a:ea typeface="맑은 고딕"/>
              </a:rPr>
              <a:t>최종 프로젝트 보고서</a:t>
            </a:r>
            <a:endParaRPr lang="ko-KR" altLang="en-US" sz="1800" dirty="0">
              <a:ea typeface="맑은 고딕"/>
              <a:cs typeface="Calibri"/>
            </a:endParaRPr>
          </a:p>
          <a:p>
            <a:pPr marL="0" indent="0">
              <a:buNone/>
            </a:pPr>
            <a:endParaRPr lang="en-US" altLang="ko-KR" sz="19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7212D9F-A9A8-463C-8314-E5C699A155D2}"/>
              </a:ext>
            </a:extLst>
          </p:cNvPr>
          <p:cNvGrpSpPr/>
          <p:nvPr/>
        </p:nvGrpSpPr>
        <p:grpSpPr>
          <a:xfrm>
            <a:off x="727387" y="3523178"/>
            <a:ext cx="1570266" cy="240130"/>
            <a:chOff x="852495" y="3628682"/>
            <a:chExt cx="1411734" cy="251873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0E9F36F-BE3D-4888-8DE8-D05B60E283B1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22" name="부제목 2">
              <a:extLst>
                <a:ext uri="{FF2B5EF4-FFF2-40B4-BE49-F238E27FC236}">
                  <a16:creationId xmlns:a16="http://schemas.microsoft.com/office/drawing/2014/main" id="{0E8D0717-B471-4B46-BBC9-3D37F1888A9B}"/>
                </a:ext>
              </a:extLst>
            </p:cNvPr>
            <p:cNvSpPr txBox="1">
              <a:spLocks/>
            </p:cNvSpPr>
            <p:nvPr/>
          </p:nvSpPr>
          <p:spPr>
            <a:xfrm>
              <a:off x="860898" y="3630615"/>
              <a:ext cx="1394934" cy="24994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202111087 </a:t>
              </a:r>
              <a:r>
                <a:rPr lang="ko-KR" altLang="en-US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유지석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321C0D4-2969-42F8-A65E-540726F77CEF}"/>
              </a:ext>
            </a:extLst>
          </p:cNvPr>
          <p:cNvGrpSpPr/>
          <p:nvPr/>
        </p:nvGrpSpPr>
        <p:grpSpPr>
          <a:xfrm>
            <a:off x="719763" y="4017911"/>
            <a:ext cx="1577889" cy="238287"/>
            <a:chOff x="852495" y="3628682"/>
            <a:chExt cx="1411734" cy="251873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6F3DC7DB-18A8-4F05-98C4-A687F1E6289E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25" name="부제목 2">
              <a:extLst>
                <a:ext uri="{FF2B5EF4-FFF2-40B4-BE49-F238E27FC236}">
                  <a16:creationId xmlns:a16="http://schemas.microsoft.com/office/drawing/2014/main" id="{1AE9E491-EE0D-4D27-8B2C-B2C06C167F67}"/>
                </a:ext>
              </a:extLst>
            </p:cNvPr>
            <p:cNvSpPr txBox="1">
              <a:spLocks/>
            </p:cNvSpPr>
            <p:nvPr/>
          </p:nvSpPr>
          <p:spPr>
            <a:xfrm>
              <a:off x="860900" y="3630615"/>
              <a:ext cx="1394934" cy="24994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202111075 </a:t>
              </a:r>
              <a:r>
                <a:rPr lang="ko-KR" altLang="en-US" sz="1138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김정형</a:t>
              </a:r>
              <a:endParaRPr lang="ko-KR" altLang="en-US" sz="1138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469F891-158A-4D5F-9148-AFB2F930E00C}"/>
              </a:ext>
            </a:extLst>
          </p:cNvPr>
          <p:cNvGrpSpPr/>
          <p:nvPr/>
        </p:nvGrpSpPr>
        <p:grpSpPr>
          <a:xfrm>
            <a:off x="710381" y="4476544"/>
            <a:ext cx="1577888" cy="236458"/>
            <a:chOff x="852495" y="3628682"/>
            <a:chExt cx="1411734" cy="25187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617C0EF1-5616-4EE5-881F-69CA1C36669F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28" name="부제목 2">
              <a:extLst>
                <a:ext uri="{FF2B5EF4-FFF2-40B4-BE49-F238E27FC236}">
                  <a16:creationId xmlns:a16="http://schemas.microsoft.com/office/drawing/2014/main" id="{589538D1-D32F-4AD0-BF7F-A3EF88FAD50B}"/>
                </a:ext>
              </a:extLst>
            </p:cNvPr>
            <p:cNvSpPr txBox="1">
              <a:spLocks/>
            </p:cNvSpPr>
            <p:nvPr/>
          </p:nvSpPr>
          <p:spPr>
            <a:xfrm>
              <a:off x="860900" y="3630615"/>
              <a:ext cx="1394934" cy="24994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202111099 </a:t>
              </a:r>
              <a:r>
                <a:rPr lang="ko-KR" altLang="en-US" sz="1138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함이현</a:t>
              </a:r>
              <a:endParaRPr lang="ko-KR" altLang="en-US" sz="1138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166116E-350C-41CB-831C-F025CF7DA3F0}"/>
              </a:ext>
            </a:extLst>
          </p:cNvPr>
          <p:cNvGrpSpPr/>
          <p:nvPr/>
        </p:nvGrpSpPr>
        <p:grpSpPr>
          <a:xfrm>
            <a:off x="719764" y="4946943"/>
            <a:ext cx="1577888" cy="234643"/>
            <a:chOff x="852495" y="3628682"/>
            <a:chExt cx="1411734" cy="25187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E4F767A-E15D-4864-A180-24A86F5CBD97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31" name="부제목 2">
              <a:extLst>
                <a:ext uri="{FF2B5EF4-FFF2-40B4-BE49-F238E27FC236}">
                  <a16:creationId xmlns:a16="http://schemas.microsoft.com/office/drawing/2014/main" id="{532E96A2-919A-43B4-B5C0-4BE5BDD04C1A}"/>
                </a:ext>
              </a:extLst>
            </p:cNvPr>
            <p:cNvSpPr txBox="1">
              <a:spLocks/>
            </p:cNvSpPr>
            <p:nvPr/>
          </p:nvSpPr>
          <p:spPr>
            <a:xfrm>
              <a:off x="860900" y="3630615"/>
              <a:ext cx="1394934" cy="24994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202111088 </a:t>
              </a:r>
              <a:r>
                <a:rPr lang="ko-KR" altLang="en-US" sz="113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윤종훈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476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85">
              <a:srgbClr val="EA6F81"/>
            </a:gs>
            <a:gs pos="70000">
              <a:srgbClr val="581282"/>
            </a:gs>
            <a:gs pos="9000">
              <a:srgbClr val="DC578E"/>
            </a:gs>
            <a:gs pos="100000">
              <a:srgbClr val="211895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부제목 2">
            <a:extLst>
              <a:ext uri="{FF2B5EF4-FFF2-40B4-BE49-F238E27FC236}">
                <a16:creationId xmlns:a16="http://schemas.microsoft.com/office/drawing/2014/main" id="{10A1A60A-2CC8-4946-8918-08365E8C5A5C}"/>
              </a:ext>
            </a:extLst>
          </p:cNvPr>
          <p:cNvSpPr txBox="1">
            <a:spLocks/>
          </p:cNvSpPr>
          <p:nvPr/>
        </p:nvSpPr>
        <p:spPr>
          <a:xfrm>
            <a:off x="201081" y="3757949"/>
            <a:ext cx="2685631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 01</a:t>
            </a:r>
          </a:p>
        </p:txBody>
      </p:sp>
      <p:sp>
        <p:nvSpPr>
          <p:cNvPr id="60" name="부제목 2">
            <a:extLst>
              <a:ext uri="{FF2B5EF4-FFF2-40B4-BE49-F238E27FC236}">
                <a16:creationId xmlns:a16="http://schemas.microsoft.com/office/drawing/2014/main" id="{481AFA2E-A829-4C50-AA98-DC4AD0FB5A81}"/>
              </a:ext>
            </a:extLst>
          </p:cNvPr>
          <p:cNvSpPr txBox="1">
            <a:spLocks/>
          </p:cNvSpPr>
          <p:nvPr/>
        </p:nvSpPr>
        <p:spPr>
          <a:xfrm>
            <a:off x="1052062" y="4377957"/>
            <a:ext cx="983667" cy="27238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300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게임의 개요</a:t>
            </a:r>
            <a:endParaRPr lang="en-US" altLang="ko-KR" sz="1300" spc="-122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부제목 2">
            <a:extLst>
              <a:ext uri="{FF2B5EF4-FFF2-40B4-BE49-F238E27FC236}">
                <a16:creationId xmlns:a16="http://schemas.microsoft.com/office/drawing/2014/main" id="{09612602-857C-4F1E-88FD-31B136F15373}"/>
              </a:ext>
            </a:extLst>
          </p:cNvPr>
          <p:cNvSpPr txBox="1">
            <a:spLocks/>
          </p:cNvSpPr>
          <p:nvPr/>
        </p:nvSpPr>
        <p:spPr>
          <a:xfrm>
            <a:off x="2466938" y="3757949"/>
            <a:ext cx="2685631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 02</a:t>
            </a:r>
          </a:p>
        </p:txBody>
      </p:sp>
      <p:sp>
        <p:nvSpPr>
          <p:cNvPr id="63" name="부제목 2">
            <a:extLst>
              <a:ext uri="{FF2B5EF4-FFF2-40B4-BE49-F238E27FC236}">
                <a16:creationId xmlns:a16="http://schemas.microsoft.com/office/drawing/2014/main" id="{AB3C9D80-71A5-4BCB-BF46-233842805F03}"/>
              </a:ext>
            </a:extLst>
          </p:cNvPr>
          <p:cNvSpPr txBox="1">
            <a:spLocks/>
          </p:cNvSpPr>
          <p:nvPr/>
        </p:nvSpPr>
        <p:spPr>
          <a:xfrm>
            <a:off x="3108082" y="4388316"/>
            <a:ext cx="1436868" cy="27238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300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게임의 인터페이스</a:t>
            </a:r>
            <a:endParaRPr lang="en-US" altLang="ko-KR" sz="1300" spc="-122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부제목 2">
            <a:extLst>
              <a:ext uri="{FF2B5EF4-FFF2-40B4-BE49-F238E27FC236}">
                <a16:creationId xmlns:a16="http://schemas.microsoft.com/office/drawing/2014/main" id="{173BC91A-709C-4E53-ABAB-9CCB1A6AB41B}"/>
              </a:ext>
            </a:extLst>
          </p:cNvPr>
          <p:cNvSpPr txBox="1">
            <a:spLocks/>
          </p:cNvSpPr>
          <p:nvPr/>
        </p:nvSpPr>
        <p:spPr>
          <a:xfrm>
            <a:off x="4732795" y="3757949"/>
            <a:ext cx="2685631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 03</a:t>
            </a:r>
          </a:p>
        </p:txBody>
      </p:sp>
      <p:sp>
        <p:nvSpPr>
          <p:cNvPr id="66" name="부제목 2">
            <a:extLst>
              <a:ext uri="{FF2B5EF4-FFF2-40B4-BE49-F238E27FC236}">
                <a16:creationId xmlns:a16="http://schemas.microsoft.com/office/drawing/2014/main" id="{4CF238F0-8F28-47B3-8F2C-5D1DAD8D3F2E}"/>
              </a:ext>
            </a:extLst>
          </p:cNvPr>
          <p:cNvSpPr txBox="1">
            <a:spLocks/>
          </p:cNvSpPr>
          <p:nvPr/>
        </p:nvSpPr>
        <p:spPr>
          <a:xfrm>
            <a:off x="4931167" y="4388316"/>
            <a:ext cx="2323201" cy="27238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300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 설명 및 시퀀스 다이어그램</a:t>
            </a:r>
            <a:endParaRPr lang="en-US" altLang="ko-KR" sz="1300" spc="-122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8" name="부제목 2">
            <a:extLst>
              <a:ext uri="{FF2B5EF4-FFF2-40B4-BE49-F238E27FC236}">
                <a16:creationId xmlns:a16="http://schemas.microsoft.com/office/drawing/2014/main" id="{AFB5B480-4AE3-4ED8-BB2C-8D52F1801853}"/>
              </a:ext>
            </a:extLst>
          </p:cNvPr>
          <p:cNvSpPr txBox="1">
            <a:spLocks/>
          </p:cNvSpPr>
          <p:nvPr/>
        </p:nvSpPr>
        <p:spPr>
          <a:xfrm>
            <a:off x="6998652" y="3757949"/>
            <a:ext cx="2685631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Part 04</a:t>
            </a:r>
          </a:p>
        </p:txBody>
      </p:sp>
      <p:sp>
        <p:nvSpPr>
          <p:cNvPr id="69" name="부제목 2">
            <a:extLst>
              <a:ext uri="{FF2B5EF4-FFF2-40B4-BE49-F238E27FC236}">
                <a16:creationId xmlns:a16="http://schemas.microsoft.com/office/drawing/2014/main" id="{6303F487-AF43-453B-B24D-0F3185C338D1}"/>
              </a:ext>
            </a:extLst>
          </p:cNvPr>
          <p:cNvSpPr txBox="1">
            <a:spLocks/>
          </p:cNvSpPr>
          <p:nvPr/>
        </p:nvSpPr>
        <p:spPr>
          <a:xfrm>
            <a:off x="7482003" y="4388316"/>
            <a:ext cx="1718932" cy="27238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300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시연 영상 및 참고 자료</a:t>
            </a:r>
            <a:endParaRPr lang="en-US" altLang="ko-KR" sz="1300" spc="-122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8E48824-3070-4D95-AC16-3602BEF65516}"/>
              </a:ext>
            </a:extLst>
          </p:cNvPr>
          <p:cNvGrpSpPr/>
          <p:nvPr/>
        </p:nvGrpSpPr>
        <p:grpSpPr>
          <a:xfrm>
            <a:off x="3540990" y="2895374"/>
            <a:ext cx="571953" cy="571953"/>
            <a:chOff x="4358143" y="2772229"/>
            <a:chExt cx="703942" cy="70394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647B268-B8F7-440D-9D68-B20FEBA4B521}"/>
                </a:ext>
              </a:extLst>
            </p:cNvPr>
            <p:cNvSpPr/>
            <p:nvPr/>
          </p:nvSpPr>
          <p:spPr>
            <a:xfrm>
              <a:off x="4358143" y="2772229"/>
              <a:ext cx="703942" cy="703942"/>
            </a:xfrm>
            <a:prstGeom prst="ellipse">
              <a:avLst/>
            </a:prstGeom>
            <a:solidFill>
              <a:srgbClr val="EBABD5"/>
            </a:solidFill>
            <a:ln w="38100">
              <a:noFill/>
            </a:ln>
            <a:effectLst>
              <a:outerShdw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B7F8430-5456-4D75-B634-6360C73DE385}"/>
                </a:ext>
              </a:extLst>
            </p:cNvPr>
            <p:cNvGrpSpPr/>
            <p:nvPr/>
          </p:nvGrpSpPr>
          <p:grpSpPr>
            <a:xfrm>
              <a:off x="4538068" y="3002844"/>
              <a:ext cx="344091" cy="242713"/>
              <a:chOff x="5356225" y="2911475"/>
              <a:chExt cx="1476376" cy="1041401"/>
            </a:xfrm>
            <a:solidFill>
              <a:srgbClr val="6E1E84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BCBA28C3-512A-405F-98DD-1D4D2850A8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56225" y="3351213"/>
                <a:ext cx="407988" cy="601663"/>
              </a:xfrm>
              <a:custGeom>
                <a:avLst/>
                <a:gdLst>
                  <a:gd name="T0" fmla="*/ 92 w 108"/>
                  <a:gd name="T1" fmla="*/ 158 h 158"/>
                  <a:gd name="T2" fmla="*/ 16 w 108"/>
                  <a:gd name="T3" fmla="*/ 158 h 158"/>
                  <a:gd name="T4" fmla="*/ 0 w 108"/>
                  <a:gd name="T5" fmla="*/ 142 h 158"/>
                  <a:gd name="T6" fmla="*/ 0 w 108"/>
                  <a:gd name="T7" fmla="*/ 16 h 158"/>
                  <a:gd name="T8" fmla="*/ 16 w 108"/>
                  <a:gd name="T9" fmla="*/ 0 h 158"/>
                  <a:gd name="T10" fmla="*/ 92 w 108"/>
                  <a:gd name="T11" fmla="*/ 0 h 158"/>
                  <a:gd name="T12" fmla="*/ 108 w 108"/>
                  <a:gd name="T13" fmla="*/ 16 h 158"/>
                  <a:gd name="T14" fmla="*/ 108 w 108"/>
                  <a:gd name="T15" fmla="*/ 142 h 158"/>
                  <a:gd name="T16" fmla="*/ 92 w 108"/>
                  <a:gd name="T17" fmla="*/ 158 h 158"/>
                  <a:gd name="T18" fmla="*/ 32 w 108"/>
                  <a:gd name="T19" fmla="*/ 126 h 158"/>
                  <a:gd name="T20" fmla="*/ 76 w 108"/>
                  <a:gd name="T21" fmla="*/ 126 h 158"/>
                  <a:gd name="T22" fmla="*/ 76 w 108"/>
                  <a:gd name="T23" fmla="*/ 32 h 158"/>
                  <a:gd name="T24" fmla="*/ 32 w 108"/>
                  <a:gd name="T25" fmla="*/ 32 h 158"/>
                  <a:gd name="T26" fmla="*/ 32 w 108"/>
                  <a:gd name="T27" fmla="*/ 126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8" h="158">
                    <a:moveTo>
                      <a:pt x="92" y="158"/>
                    </a:moveTo>
                    <a:cubicBezTo>
                      <a:pt x="16" y="158"/>
                      <a:pt x="16" y="158"/>
                      <a:pt x="16" y="158"/>
                    </a:cubicBezTo>
                    <a:cubicBezTo>
                      <a:pt x="7" y="158"/>
                      <a:pt x="0" y="151"/>
                      <a:pt x="0" y="14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1" y="0"/>
                      <a:pt x="108" y="7"/>
                      <a:pt x="108" y="16"/>
                    </a:cubicBezTo>
                    <a:cubicBezTo>
                      <a:pt x="108" y="142"/>
                      <a:pt x="108" y="142"/>
                      <a:pt x="108" y="142"/>
                    </a:cubicBezTo>
                    <a:cubicBezTo>
                      <a:pt x="108" y="151"/>
                      <a:pt x="101" y="158"/>
                      <a:pt x="92" y="158"/>
                    </a:cubicBezTo>
                    <a:close/>
                    <a:moveTo>
                      <a:pt x="32" y="126"/>
                    </a:moveTo>
                    <a:cubicBezTo>
                      <a:pt x="76" y="126"/>
                      <a:pt x="76" y="126"/>
                      <a:pt x="76" y="126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1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398ABC58-DB23-40DF-8FD0-5D26F90A46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88038" y="3136900"/>
                <a:ext cx="407988" cy="815975"/>
              </a:xfrm>
              <a:custGeom>
                <a:avLst/>
                <a:gdLst>
                  <a:gd name="T0" fmla="*/ 92 w 108"/>
                  <a:gd name="T1" fmla="*/ 214 h 214"/>
                  <a:gd name="T2" fmla="*/ 16 w 108"/>
                  <a:gd name="T3" fmla="*/ 214 h 214"/>
                  <a:gd name="T4" fmla="*/ 0 w 108"/>
                  <a:gd name="T5" fmla="*/ 198 h 214"/>
                  <a:gd name="T6" fmla="*/ 0 w 108"/>
                  <a:gd name="T7" fmla="*/ 16 h 214"/>
                  <a:gd name="T8" fmla="*/ 16 w 108"/>
                  <a:gd name="T9" fmla="*/ 0 h 214"/>
                  <a:gd name="T10" fmla="*/ 92 w 108"/>
                  <a:gd name="T11" fmla="*/ 0 h 214"/>
                  <a:gd name="T12" fmla="*/ 108 w 108"/>
                  <a:gd name="T13" fmla="*/ 16 h 214"/>
                  <a:gd name="T14" fmla="*/ 108 w 108"/>
                  <a:gd name="T15" fmla="*/ 198 h 214"/>
                  <a:gd name="T16" fmla="*/ 92 w 108"/>
                  <a:gd name="T17" fmla="*/ 214 h 214"/>
                  <a:gd name="T18" fmla="*/ 32 w 108"/>
                  <a:gd name="T19" fmla="*/ 182 h 214"/>
                  <a:gd name="T20" fmla="*/ 76 w 108"/>
                  <a:gd name="T21" fmla="*/ 182 h 214"/>
                  <a:gd name="T22" fmla="*/ 76 w 108"/>
                  <a:gd name="T23" fmla="*/ 32 h 214"/>
                  <a:gd name="T24" fmla="*/ 32 w 108"/>
                  <a:gd name="T25" fmla="*/ 32 h 214"/>
                  <a:gd name="T26" fmla="*/ 32 w 108"/>
                  <a:gd name="T27" fmla="*/ 182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8" h="214">
                    <a:moveTo>
                      <a:pt x="92" y="214"/>
                    </a:moveTo>
                    <a:cubicBezTo>
                      <a:pt x="16" y="214"/>
                      <a:pt x="16" y="214"/>
                      <a:pt x="16" y="214"/>
                    </a:cubicBezTo>
                    <a:cubicBezTo>
                      <a:pt x="7" y="214"/>
                      <a:pt x="0" y="207"/>
                      <a:pt x="0" y="19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1" y="0"/>
                      <a:pt x="108" y="7"/>
                      <a:pt x="108" y="16"/>
                    </a:cubicBezTo>
                    <a:cubicBezTo>
                      <a:pt x="108" y="198"/>
                      <a:pt x="108" y="198"/>
                      <a:pt x="108" y="198"/>
                    </a:cubicBezTo>
                    <a:cubicBezTo>
                      <a:pt x="108" y="207"/>
                      <a:pt x="101" y="214"/>
                      <a:pt x="92" y="214"/>
                    </a:cubicBezTo>
                    <a:close/>
                    <a:moveTo>
                      <a:pt x="32" y="182"/>
                    </a:moveTo>
                    <a:cubicBezTo>
                      <a:pt x="76" y="182"/>
                      <a:pt x="76" y="182"/>
                      <a:pt x="76" y="182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18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96E190C2-40C2-421D-B46B-0313DBD130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24613" y="2911475"/>
                <a:ext cx="407988" cy="1041400"/>
              </a:xfrm>
              <a:custGeom>
                <a:avLst/>
                <a:gdLst>
                  <a:gd name="T0" fmla="*/ 92 w 108"/>
                  <a:gd name="T1" fmla="*/ 273 h 273"/>
                  <a:gd name="T2" fmla="*/ 16 w 108"/>
                  <a:gd name="T3" fmla="*/ 273 h 273"/>
                  <a:gd name="T4" fmla="*/ 0 w 108"/>
                  <a:gd name="T5" fmla="*/ 257 h 273"/>
                  <a:gd name="T6" fmla="*/ 0 w 108"/>
                  <a:gd name="T7" fmla="*/ 16 h 273"/>
                  <a:gd name="T8" fmla="*/ 16 w 108"/>
                  <a:gd name="T9" fmla="*/ 0 h 273"/>
                  <a:gd name="T10" fmla="*/ 92 w 108"/>
                  <a:gd name="T11" fmla="*/ 0 h 273"/>
                  <a:gd name="T12" fmla="*/ 108 w 108"/>
                  <a:gd name="T13" fmla="*/ 16 h 273"/>
                  <a:gd name="T14" fmla="*/ 108 w 108"/>
                  <a:gd name="T15" fmla="*/ 257 h 273"/>
                  <a:gd name="T16" fmla="*/ 92 w 108"/>
                  <a:gd name="T17" fmla="*/ 273 h 273"/>
                  <a:gd name="T18" fmla="*/ 32 w 108"/>
                  <a:gd name="T19" fmla="*/ 241 h 273"/>
                  <a:gd name="T20" fmla="*/ 76 w 108"/>
                  <a:gd name="T21" fmla="*/ 241 h 273"/>
                  <a:gd name="T22" fmla="*/ 76 w 108"/>
                  <a:gd name="T23" fmla="*/ 32 h 273"/>
                  <a:gd name="T24" fmla="*/ 32 w 108"/>
                  <a:gd name="T25" fmla="*/ 32 h 273"/>
                  <a:gd name="T26" fmla="*/ 32 w 108"/>
                  <a:gd name="T27" fmla="*/ 24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8" h="273">
                    <a:moveTo>
                      <a:pt x="92" y="273"/>
                    </a:moveTo>
                    <a:cubicBezTo>
                      <a:pt x="16" y="273"/>
                      <a:pt x="16" y="273"/>
                      <a:pt x="16" y="273"/>
                    </a:cubicBezTo>
                    <a:cubicBezTo>
                      <a:pt x="7" y="273"/>
                      <a:pt x="0" y="266"/>
                      <a:pt x="0" y="257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0" y="0"/>
                      <a:pt x="108" y="7"/>
                      <a:pt x="108" y="16"/>
                    </a:cubicBezTo>
                    <a:cubicBezTo>
                      <a:pt x="108" y="257"/>
                      <a:pt x="108" y="257"/>
                      <a:pt x="108" y="257"/>
                    </a:cubicBezTo>
                    <a:cubicBezTo>
                      <a:pt x="108" y="266"/>
                      <a:pt x="100" y="273"/>
                      <a:pt x="92" y="273"/>
                    </a:cubicBezTo>
                    <a:close/>
                    <a:moveTo>
                      <a:pt x="32" y="241"/>
                    </a:moveTo>
                    <a:cubicBezTo>
                      <a:pt x="76" y="241"/>
                      <a:pt x="76" y="241"/>
                      <a:pt x="76" y="241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2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9F13002-8BB2-4BA4-90BE-C5E03A11DE07}"/>
              </a:ext>
            </a:extLst>
          </p:cNvPr>
          <p:cNvGrpSpPr/>
          <p:nvPr/>
        </p:nvGrpSpPr>
        <p:grpSpPr>
          <a:xfrm>
            <a:off x="5793058" y="2895374"/>
            <a:ext cx="571953" cy="571953"/>
            <a:chOff x="7129919" y="2772229"/>
            <a:chExt cx="703942" cy="703942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12D225B4-A541-4217-B1F8-F57899E07A66}"/>
                </a:ext>
              </a:extLst>
            </p:cNvPr>
            <p:cNvSpPr/>
            <p:nvPr/>
          </p:nvSpPr>
          <p:spPr>
            <a:xfrm>
              <a:off x="7129919" y="2772229"/>
              <a:ext cx="703942" cy="703942"/>
            </a:xfrm>
            <a:prstGeom prst="ellipse">
              <a:avLst/>
            </a:prstGeom>
            <a:solidFill>
              <a:srgbClr val="EBABD5"/>
            </a:solidFill>
            <a:ln w="38100">
              <a:noFill/>
            </a:ln>
            <a:effectLst>
              <a:outerShdw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29EB4D9-709E-4027-AC59-9BB90B42FA89}"/>
                </a:ext>
              </a:extLst>
            </p:cNvPr>
            <p:cNvGrpSpPr/>
            <p:nvPr/>
          </p:nvGrpSpPr>
          <p:grpSpPr>
            <a:xfrm>
              <a:off x="7284891" y="2925526"/>
              <a:ext cx="393997" cy="397347"/>
              <a:chOff x="5162550" y="2484438"/>
              <a:chExt cx="1866900" cy="1882775"/>
            </a:xfrm>
            <a:solidFill>
              <a:srgbClr val="6E1E84"/>
            </a:solidFill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D39B1F7-EEB7-432F-B71B-0E1E15DDC0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62550" y="2484438"/>
                <a:ext cx="1866900" cy="1882775"/>
              </a:xfrm>
              <a:custGeom>
                <a:avLst/>
                <a:gdLst>
                  <a:gd name="T0" fmla="*/ 216 w 495"/>
                  <a:gd name="T1" fmla="*/ 495 h 495"/>
                  <a:gd name="T2" fmla="*/ 195 w 495"/>
                  <a:gd name="T3" fmla="*/ 438 h 495"/>
                  <a:gd name="T4" fmla="*/ 116 w 495"/>
                  <a:gd name="T5" fmla="*/ 446 h 495"/>
                  <a:gd name="T6" fmla="*/ 50 w 495"/>
                  <a:gd name="T7" fmla="*/ 400 h 495"/>
                  <a:gd name="T8" fmla="*/ 75 w 495"/>
                  <a:gd name="T9" fmla="*/ 345 h 495"/>
                  <a:gd name="T10" fmla="*/ 14 w 495"/>
                  <a:gd name="T11" fmla="*/ 294 h 495"/>
                  <a:gd name="T12" fmla="*/ 0 w 495"/>
                  <a:gd name="T13" fmla="*/ 216 h 495"/>
                  <a:gd name="T14" fmla="*/ 56 w 495"/>
                  <a:gd name="T15" fmla="*/ 194 h 495"/>
                  <a:gd name="T16" fmla="*/ 49 w 495"/>
                  <a:gd name="T17" fmla="*/ 116 h 495"/>
                  <a:gd name="T18" fmla="*/ 95 w 495"/>
                  <a:gd name="T19" fmla="*/ 50 h 495"/>
                  <a:gd name="T20" fmla="*/ 150 w 495"/>
                  <a:gd name="T21" fmla="*/ 75 h 495"/>
                  <a:gd name="T22" fmla="*/ 200 w 495"/>
                  <a:gd name="T23" fmla="*/ 14 h 495"/>
                  <a:gd name="T24" fmla="*/ 279 w 495"/>
                  <a:gd name="T25" fmla="*/ 0 h 495"/>
                  <a:gd name="T26" fmla="*/ 300 w 495"/>
                  <a:gd name="T27" fmla="*/ 56 h 495"/>
                  <a:gd name="T28" fmla="*/ 379 w 495"/>
                  <a:gd name="T29" fmla="*/ 49 h 495"/>
                  <a:gd name="T30" fmla="*/ 444 w 495"/>
                  <a:gd name="T31" fmla="*/ 95 h 495"/>
                  <a:gd name="T32" fmla="*/ 420 w 495"/>
                  <a:gd name="T33" fmla="*/ 150 h 495"/>
                  <a:gd name="T34" fmla="*/ 481 w 495"/>
                  <a:gd name="T35" fmla="*/ 200 h 495"/>
                  <a:gd name="T36" fmla="*/ 495 w 495"/>
                  <a:gd name="T37" fmla="*/ 279 h 495"/>
                  <a:gd name="T38" fmla="*/ 438 w 495"/>
                  <a:gd name="T39" fmla="*/ 300 h 495"/>
                  <a:gd name="T40" fmla="*/ 446 w 495"/>
                  <a:gd name="T41" fmla="*/ 379 h 495"/>
                  <a:gd name="T42" fmla="*/ 400 w 495"/>
                  <a:gd name="T43" fmla="*/ 444 h 495"/>
                  <a:gd name="T44" fmla="*/ 345 w 495"/>
                  <a:gd name="T45" fmla="*/ 420 h 495"/>
                  <a:gd name="T46" fmla="*/ 295 w 495"/>
                  <a:gd name="T47" fmla="*/ 481 h 495"/>
                  <a:gd name="T48" fmla="*/ 230 w 495"/>
                  <a:gd name="T49" fmla="*/ 463 h 495"/>
                  <a:gd name="T50" fmla="*/ 270 w 495"/>
                  <a:gd name="T51" fmla="*/ 423 h 495"/>
                  <a:gd name="T52" fmla="*/ 337 w 495"/>
                  <a:gd name="T53" fmla="*/ 387 h 495"/>
                  <a:gd name="T54" fmla="*/ 387 w 495"/>
                  <a:gd name="T55" fmla="*/ 412 h 495"/>
                  <a:gd name="T56" fmla="*/ 388 w 495"/>
                  <a:gd name="T57" fmla="*/ 356 h 495"/>
                  <a:gd name="T58" fmla="*/ 410 w 495"/>
                  <a:gd name="T59" fmla="*/ 282 h 495"/>
                  <a:gd name="T60" fmla="*/ 463 w 495"/>
                  <a:gd name="T61" fmla="*/ 265 h 495"/>
                  <a:gd name="T62" fmla="*/ 423 w 495"/>
                  <a:gd name="T63" fmla="*/ 225 h 495"/>
                  <a:gd name="T64" fmla="*/ 387 w 495"/>
                  <a:gd name="T65" fmla="*/ 157 h 495"/>
                  <a:gd name="T66" fmla="*/ 412 w 495"/>
                  <a:gd name="T67" fmla="*/ 107 h 495"/>
                  <a:gd name="T68" fmla="*/ 356 w 495"/>
                  <a:gd name="T69" fmla="*/ 107 h 495"/>
                  <a:gd name="T70" fmla="*/ 283 w 495"/>
                  <a:gd name="T71" fmla="*/ 85 h 495"/>
                  <a:gd name="T72" fmla="*/ 265 w 495"/>
                  <a:gd name="T73" fmla="*/ 32 h 495"/>
                  <a:gd name="T74" fmla="*/ 225 w 495"/>
                  <a:gd name="T75" fmla="*/ 71 h 495"/>
                  <a:gd name="T76" fmla="*/ 157 w 495"/>
                  <a:gd name="T77" fmla="*/ 108 h 495"/>
                  <a:gd name="T78" fmla="*/ 107 w 495"/>
                  <a:gd name="T79" fmla="*/ 83 h 495"/>
                  <a:gd name="T80" fmla="*/ 107 w 495"/>
                  <a:gd name="T81" fmla="*/ 139 h 495"/>
                  <a:gd name="T82" fmla="*/ 85 w 495"/>
                  <a:gd name="T83" fmla="*/ 212 h 495"/>
                  <a:gd name="T84" fmla="*/ 32 w 495"/>
                  <a:gd name="T85" fmla="*/ 230 h 495"/>
                  <a:gd name="T86" fmla="*/ 71 w 495"/>
                  <a:gd name="T87" fmla="*/ 270 h 495"/>
                  <a:gd name="T88" fmla="*/ 108 w 495"/>
                  <a:gd name="T89" fmla="*/ 337 h 495"/>
                  <a:gd name="T90" fmla="*/ 83 w 495"/>
                  <a:gd name="T91" fmla="*/ 387 h 495"/>
                  <a:gd name="T92" fmla="*/ 139 w 495"/>
                  <a:gd name="T93" fmla="*/ 388 h 495"/>
                  <a:gd name="T94" fmla="*/ 212 w 495"/>
                  <a:gd name="T95" fmla="*/ 410 h 495"/>
                  <a:gd name="T96" fmla="*/ 230 w 495"/>
                  <a:gd name="T97" fmla="*/ 463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95" h="495">
                    <a:moveTo>
                      <a:pt x="279" y="495"/>
                    </a:moveTo>
                    <a:cubicBezTo>
                      <a:pt x="216" y="495"/>
                      <a:pt x="216" y="495"/>
                      <a:pt x="216" y="495"/>
                    </a:cubicBezTo>
                    <a:cubicBezTo>
                      <a:pt x="208" y="495"/>
                      <a:pt x="201" y="489"/>
                      <a:pt x="200" y="481"/>
                    </a:cubicBezTo>
                    <a:cubicBezTo>
                      <a:pt x="195" y="438"/>
                      <a:pt x="195" y="438"/>
                      <a:pt x="195" y="438"/>
                    </a:cubicBezTo>
                    <a:cubicBezTo>
                      <a:pt x="179" y="434"/>
                      <a:pt x="164" y="428"/>
                      <a:pt x="150" y="420"/>
                    </a:cubicBezTo>
                    <a:cubicBezTo>
                      <a:pt x="116" y="446"/>
                      <a:pt x="116" y="446"/>
                      <a:pt x="116" y="446"/>
                    </a:cubicBezTo>
                    <a:cubicBezTo>
                      <a:pt x="109" y="451"/>
                      <a:pt x="100" y="450"/>
                      <a:pt x="95" y="444"/>
                    </a:cubicBezTo>
                    <a:cubicBezTo>
                      <a:pt x="50" y="400"/>
                      <a:pt x="50" y="400"/>
                      <a:pt x="50" y="400"/>
                    </a:cubicBezTo>
                    <a:cubicBezTo>
                      <a:pt x="45" y="394"/>
                      <a:pt x="44" y="385"/>
                      <a:pt x="49" y="379"/>
                    </a:cubicBezTo>
                    <a:cubicBezTo>
                      <a:pt x="75" y="345"/>
                      <a:pt x="75" y="345"/>
                      <a:pt x="75" y="345"/>
                    </a:cubicBezTo>
                    <a:cubicBezTo>
                      <a:pt x="67" y="331"/>
                      <a:pt x="61" y="316"/>
                      <a:pt x="56" y="300"/>
                    </a:cubicBezTo>
                    <a:cubicBezTo>
                      <a:pt x="14" y="294"/>
                      <a:pt x="14" y="294"/>
                      <a:pt x="14" y="294"/>
                    </a:cubicBezTo>
                    <a:cubicBezTo>
                      <a:pt x="6" y="293"/>
                      <a:pt x="0" y="287"/>
                      <a:pt x="0" y="279"/>
                    </a:cubicBezTo>
                    <a:cubicBezTo>
                      <a:pt x="0" y="216"/>
                      <a:pt x="0" y="216"/>
                      <a:pt x="0" y="216"/>
                    </a:cubicBezTo>
                    <a:cubicBezTo>
                      <a:pt x="0" y="208"/>
                      <a:pt x="6" y="201"/>
                      <a:pt x="14" y="200"/>
                    </a:cubicBezTo>
                    <a:cubicBezTo>
                      <a:pt x="56" y="194"/>
                      <a:pt x="56" y="194"/>
                      <a:pt x="56" y="194"/>
                    </a:cubicBezTo>
                    <a:cubicBezTo>
                      <a:pt x="61" y="179"/>
                      <a:pt x="67" y="164"/>
                      <a:pt x="75" y="150"/>
                    </a:cubicBezTo>
                    <a:cubicBezTo>
                      <a:pt x="49" y="116"/>
                      <a:pt x="49" y="116"/>
                      <a:pt x="49" y="116"/>
                    </a:cubicBezTo>
                    <a:cubicBezTo>
                      <a:pt x="44" y="109"/>
                      <a:pt x="45" y="100"/>
                      <a:pt x="50" y="95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100" y="45"/>
                      <a:pt x="109" y="44"/>
                      <a:pt x="116" y="49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64" y="67"/>
                      <a:pt x="179" y="61"/>
                      <a:pt x="194" y="56"/>
                    </a:cubicBezTo>
                    <a:cubicBezTo>
                      <a:pt x="200" y="14"/>
                      <a:pt x="200" y="14"/>
                      <a:pt x="200" y="14"/>
                    </a:cubicBezTo>
                    <a:cubicBezTo>
                      <a:pt x="201" y="6"/>
                      <a:pt x="208" y="0"/>
                      <a:pt x="216" y="0"/>
                    </a:cubicBezTo>
                    <a:cubicBezTo>
                      <a:pt x="279" y="0"/>
                      <a:pt x="279" y="0"/>
                      <a:pt x="279" y="0"/>
                    </a:cubicBezTo>
                    <a:cubicBezTo>
                      <a:pt x="287" y="0"/>
                      <a:pt x="294" y="6"/>
                      <a:pt x="295" y="14"/>
                    </a:cubicBezTo>
                    <a:cubicBezTo>
                      <a:pt x="300" y="56"/>
                      <a:pt x="300" y="56"/>
                      <a:pt x="300" y="56"/>
                    </a:cubicBezTo>
                    <a:cubicBezTo>
                      <a:pt x="316" y="61"/>
                      <a:pt x="331" y="67"/>
                      <a:pt x="345" y="75"/>
                    </a:cubicBezTo>
                    <a:cubicBezTo>
                      <a:pt x="379" y="49"/>
                      <a:pt x="379" y="49"/>
                      <a:pt x="379" y="49"/>
                    </a:cubicBezTo>
                    <a:cubicBezTo>
                      <a:pt x="385" y="44"/>
                      <a:pt x="394" y="45"/>
                      <a:pt x="400" y="50"/>
                    </a:cubicBezTo>
                    <a:cubicBezTo>
                      <a:pt x="444" y="95"/>
                      <a:pt x="444" y="95"/>
                      <a:pt x="444" y="95"/>
                    </a:cubicBezTo>
                    <a:cubicBezTo>
                      <a:pt x="450" y="100"/>
                      <a:pt x="451" y="109"/>
                      <a:pt x="446" y="116"/>
                    </a:cubicBezTo>
                    <a:cubicBezTo>
                      <a:pt x="420" y="150"/>
                      <a:pt x="420" y="150"/>
                      <a:pt x="420" y="150"/>
                    </a:cubicBezTo>
                    <a:cubicBezTo>
                      <a:pt x="428" y="164"/>
                      <a:pt x="434" y="179"/>
                      <a:pt x="438" y="194"/>
                    </a:cubicBezTo>
                    <a:cubicBezTo>
                      <a:pt x="481" y="200"/>
                      <a:pt x="481" y="200"/>
                      <a:pt x="481" y="200"/>
                    </a:cubicBezTo>
                    <a:cubicBezTo>
                      <a:pt x="489" y="201"/>
                      <a:pt x="495" y="208"/>
                      <a:pt x="495" y="216"/>
                    </a:cubicBezTo>
                    <a:cubicBezTo>
                      <a:pt x="495" y="279"/>
                      <a:pt x="495" y="279"/>
                      <a:pt x="495" y="279"/>
                    </a:cubicBezTo>
                    <a:cubicBezTo>
                      <a:pt x="495" y="287"/>
                      <a:pt x="489" y="293"/>
                      <a:pt x="481" y="294"/>
                    </a:cubicBezTo>
                    <a:cubicBezTo>
                      <a:pt x="438" y="300"/>
                      <a:pt x="438" y="300"/>
                      <a:pt x="438" y="300"/>
                    </a:cubicBezTo>
                    <a:cubicBezTo>
                      <a:pt x="434" y="316"/>
                      <a:pt x="428" y="331"/>
                      <a:pt x="420" y="345"/>
                    </a:cubicBezTo>
                    <a:cubicBezTo>
                      <a:pt x="446" y="379"/>
                      <a:pt x="446" y="379"/>
                      <a:pt x="446" y="379"/>
                    </a:cubicBezTo>
                    <a:cubicBezTo>
                      <a:pt x="451" y="385"/>
                      <a:pt x="450" y="394"/>
                      <a:pt x="444" y="400"/>
                    </a:cubicBezTo>
                    <a:cubicBezTo>
                      <a:pt x="400" y="444"/>
                      <a:pt x="400" y="444"/>
                      <a:pt x="400" y="444"/>
                    </a:cubicBezTo>
                    <a:cubicBezTo>
                      <a:pt x="394" y="450"/>
                      <a:pt x="385" y="451"/>
                      <a:pt x="379" y="446"/>
                    </a:cubicBezTo>
                    <a:cubicBezTo>
                      <a:pt x="345" y="420"/>
                      <a:pt x="345" y="420"/>
                      <a:pt x="345" y="420"/>
                    </a:cubicBezTo>
                    <a:cubicBezTo>
                      <a:pt x="331" y="428"/>
                      <a:pt x="316" y="434"/>
                      <a:pt x="300" y="438"/>
                    </a:cubicBezTo>
                    <a:cubicBezTo>
                      <a:pt x="295" y="481"/>
                      <a:pt x="295" y="481"/>
                      <a:pt x="295" y="481"/>
                    </a:cubicBezTo>
                    <a:cubicBezTo>
                      <a:pt x="294" y="489"/>
                      <a:pt x="287" y="495"/>
                      <a:pt x="279" y="495"/>
                    </a:cubicBezTo>
                    <a:close/>
                    <a:moveTo>
                      <a:pt x="230" y="463"/>
                    </a:moveTo>
                    <a:cubicBezTo>
                      <a:pt x="265" y="463"/>
                      <a:pt x="265" y="463"/>
                      <a:pt x="265" y="463"/>
                    </a:cubicBezTo>
                    <a:cubicBezTo>
                      <a:pt x="270" y="423"/>
                      <a:pt x="270" y="423"/>
                      <a:pt x="270" y="423"/>
                    </a:cubicBezTo>
                    <a:cubicBezTo>
                      <a:pt x="271" y="417"/>
                      <a:pt x="276" y="411"/>
                      <a:pt x="283" y="410"/>
                    </a:cubicBezTo>
                    <a:cubicBezTo>
                      <a:pt x="302" y="406"/>
                      <a:pt x="321" y="398"/>
                      <a:pt x="337" y="387"/>
                    </a:cubicBezTo>
                    <a:cubicBezTo>
                      <a:pt x="343" y="383"/>
                      <a:pt x="350" y="384"/>
                      <a:pt x="356" y="388"/>
                    </a:cubicBezTo>
                    <a:cubicBezTo>
                      <a:pt x="387" y="412"/>
                      <a:pt x="387" y="412"/>
                      <a:pt x="387" y="412"/>
                    </a:cubicBezTo>
                    <a:cubicBezTo>
                      <a:pt x="412" y="387"/>
                      <a:pt x="412" y="387"/>
                      <a:pt x="412" y="387"/>
                    </a:cubicBezTo>
                    <a:cubicBezTo>
                      <a:pt x="388" y="356"/>
                      <a:pt x="388" y="356"/>
                      <a:pt x="388" y="356"/>
                    </a:cubicBezTo>
                    <a:cubicBezTo>
                      <a:pt x="384" y="350"/>
                      <a:pt x="383" y="343"/>
                      <a:pt x="387" y="337"/>
                    </a:cubicBezTo>
                    <a:cubicBezTo>
                      <a:pt x="398" y="320"/>
                      <a:pt x="406" y="302"/>
                      <a:pt x="410" y="282"/>
                    </a:cubicBezTo>
                    <a:cubicBezTo>
                      <a:pt x="411" y="276"/>
                      <a:pt x="417" y="271"/>
                      <a:pt x="423" y="270"/>
                    </a:cubicBezTo>
                    <a:cubicBezTo>
                      <a:pt x="463" y="265"/>
                      <a:pt x="463" y="265"/>
                      <a:pt x="463" y="265"/>
                    </a:cubicBezTo>
                    <a:cubicBezTo>
                      <a:pt x="463" y="230"/>
                      <a:pt x="463" y="230"/>
                      <a:pt x="463" y="230"/>
                    </a:cubicBezTo>
                    <a:cubicBezTo>
                      <a:pt x="423" y="225"/>
                      <a:pt x="423" y="225"/>
                      <a:pt x="423" y="225"/>
                    </a:cubicBezTo>
                    <a:cubicBezTo>
                      <a:pt x="417" y="224"/>
                      <a:pt x="411" y="219"/>
                      <a:pt x="410" y="212"/>
                    </a:cubicBezTo>
                    <a:cubicBezTo>
                      <a:pt x="406" y="193"/>
                      <a:pt x="398" y="174"/>
                      <a:pt x="387" y="157"/>
                    </a:cubicBezTo>
                    <a:cubicBezTo>
                      <a:pt x="383" y="152"/>
                      <a:pt x="384" y="144"/>
                      <a:pt x="388" y="139"/>
                    </a:cubicBezTo>
                    <a:cubicBezTo>
                      <a:pt x="412" y="107"/>
                      <a:pt x="412" y="107"/>
                      <a:pt x="412" y="107"/>
                    </a:cubicBezTo>
                    <a:cubicBezTo>
                      <a:pt x="387" y="83"/>
                      <a:pt x="387" y="83"/>
                      <a:pt x="387" y="83"/>
                    </a:cubicBezTo>
                    <a:cubicBezTo>
                      <a:pt x="356" y="107"/>
                      <a:pt x="356" y="107"/>
                      <a:pt x="356" y="107"/>
                    </a:cubicBezTo>
                    <a:cubicBezTo>
                      <a:pt x="350" y="111"/>
                      <a:pt x="343" y="111"/>
                      <a:pt x="337" y="108"/>
                    </a:cubicBezTo>
                    <a:cubicBezTo>
                      <a:pt x="321" y="97"/>
                      <a:pt x="302" y="89"/>
                      <a:pt x="283" y="85"/>
                    </a:cubicBezTo>
                    <a:cubicBezTo>
                      <a:pt x="276" y="83"/>
                      <a:pt x="271" y="78"/>
                      <a:pt x="270" y="71"/>
                    </a:cubicBezTo>
                    <a:cubicBezTo>
                      <a:pt x="265" y="32"/>
                      <a:pt x="265" y="32"/>
                      <a:pt x="265" y="32"/>
                    </a:cubicBezTo>
                    <a:cubicBezTo>
                      <a:pt x="230" y="32"/>
                      <a:pt x="230" y="32"/>
                      <a:pt x="230" y="32"/>
                    </a:cubicBezTo>
                    <a:cubicBezTo>
                      <a:pt x="225" y="71"/>
                      <a:pt x="225" y="71"/>
                      <a:pt x="225" y="71"/>
                    </a:cubicBezTo>
                    <a:cubicBezTo>
                      <a:pt x="224" y="78"/>
                      <a:pt x="219" y="83"/>
                      <a:pt x="212" y="85"/>
                    </a:cubicBezTo>
                    <a:cubicBezTo>
                      <a:pt x="193" y="89"/>
                      <a:pt x="174" y="97"/>
                      <a:pt x="157" y="108"/>
                    </a:cubicBezTo>
                    <a:cubicBezTo>
                      <a:pt x="152" y="111"/>
                      <a:pt x="144" y="111"/>
                      <a:pt x="139" y="107"/>
                    </a:cubicBezTo>
                    <a:cubicBezTo>
                      <a:pt x="107" y="83"/>
                      <a:pt x="107" y="83"/>
                      <a:pt x="107" y="83"/>
                    </a:cubicBezTo>
                    <a:cubicBezTo>
                      <a:pt x="83" y="107"/>
                      <a:pt x="83" y="107"/>
                      <a:pt x="83" y="107"/>
                    </a:cubicBezTo>
                    <a:cubicBezTo>
                      <a:pt x="107" y="139"/>
                      <a:pt x="107" y="139"/>
                      <a:pt x="107" y="139"/>
                    </a:cubicBezTo>
                    <a:cubicBezTo>
                      <a:pt x="111" y="144"/>
                      <a:pt x="111" y="152"/>
                      <a:pt x="108" y="157"/>
                    </a:cubicBezTo>
                    <a:cubicBezTo>
                      <a:pt x="97" y="174"/>
                      <a:pt x="89" y="193"/>
                      <a:pt x="85" y="212"/>
                    </a:cubicBezTo>
                    <a:cubicBezTo>
                      <a:pt x="83" y="219"/>
                      <a:pt x="78" y="224"/>
                      <a:pt x="71" y="225"/>
                    </a:cubicBezTo>
                    <a:cubicBezTo>
                      <a:pt x="32" y="230"/>
                      <a:pt x="32" y="230"/>
                      <a:pt x="32" y="230"/>
                    </a:cubicBezTo>
                    <a:cubicBezTo>
                      <a:pt x="32" y="265"/>
                      <a:pt x="32" y="265"/>
                      <a:pt x="32" y="265"/>
                    </a:cubicBezTo>
                    <a:cubicBezTo>
                      <a:pt x="71" y="270"/>
                      <a:pt x="71" y="270"/>
                      <a:pt x="71" y="270"/>
                    </a:cubicBezTo>
                    <a:cubicBezTo>
                      <a:pt x="78" y="271"/>
                      <a:pt x="83" y="276"/>
                      <a:pt x="85" y="282"/>
                    </a:cubicBezTo>
                    <a:cubicBezTo>
                      <a:pt x="89" y="302"/>
                      <a:pt x="97" y="320"/>
                      <a:pt x="108" y="337"/>
                    </a:cubicBezTo>
                    <a:cubicBezTo>
                      <a:pt x="111" y="343"/>
                      <a:pt x="111" y="350"/>
                      <a:pt x="107" y="356"/>
                    </a:cubicBezTo>
                    <a:cubicBezTo>
                      <a:pt x="83" y="387"/>
                      <a:pt x="83" y="387"/>
                      <a:pt x="83" y="387"/>
                    </a:cubicBezTo>
                    <a:cubicBezTo>
                      <a:pt x="107" y="412"/>
                      <a:pt x="107" y="412"/>
                      <a:pt x="107" y="412"/>
                    </a:cubicBezTo>
                    <a:cubicBezTo>
                      <a:pt x="139" y="388"/>
                      <a:pt x="139" y="388"/>
                      <a:pt x="139" y="388"/>
                    </a:cubicBezTo>
                    <a:cubicBezTo>
                      <a:pt x="144" y="384"/>
                      <a:pt x="152" y="383"/>
                      <a:pt x="157" y="387"/>
                    </a:cubicBezTo>
                    <a:cubicBezTo>
                      <a:pt x="174" y="398"/>
                      <a:pt x="193" y="406"/>
                      <a:pt x="212" y="410"/>
                    </a:cubicBezTo>
                    <a:cubicBezTo>
                      <a:pt x="219" y="411"/>
                      <a:pt x="224" y="417"/>
                      <a:pt x="225" y="423"/>
                    </a:cubicBezTo>
                    <a:lnTo>
                      <a:pt x="230" y="4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DEA26AE7-2EDB-4712-886F-FBC47C3E26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100" y="2951163"/>
                <a:ext cx="939800" cy="947738"/>
              </a:xfrm>
              <a:custGeom>
                <a:avLst/>
                <a:gdLst>
                  <a:gd name="T0" fmla="*/ 124 w 249"/>
                  <a:gd name="T1" fmla="*/ 249 h 249"/>
                  <a:gd name="T2" fmla="*/ 0 w 249"/>
                  <a:gd name="T3" fmla="*/ 124 h 249"/>
                  <a:gd name="T4" fmla="*/ 124 w 249"/>
                  <a:gd name="T5" fmla="*/ 0 h 249"/>
                  <a:gd name="T6" fmla="*/ 249 w 249"/>
                  <a:gd name="T7" fmla="*/ 124 h 249"/>
                  <a:gd name="T8" fmla="*/ 124 w 249"/>
                  <a:gd name="T9" fmla="*/ 249 h 249"/>
                  <a:gd name="T10" fmla="*/ 124 w 249"/>
                  <a:gd name="T11" fmla="*/ 32 h 249"/>
                  <a:gd name="T12" fmla="*/ 32 w 249"/>
                  <a:gd name="T13" fmla="*/ 124 h 249"/>
                  <a:gd name="T14" fmla="*/ 124 w 249"/>
                  <a:gd name="T15" fmla="*/ 217 h 249"/>
                  <a:gd name="T16" fmla="*/ 217 w 249"/>
                  <a:gd name="T17" fmla="*/ 124 h 249"/>
                  <a:gd name="T18" fmla="*/ 124 w 249"/>
                  <a:gd name="T19" fmla="*/ 3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9" h="249">
                    <a:moveTo>
                      <a:pt x="124" y="249"/>
                    </a:moveTo>
                    <a:cubicBezTo>
                      <a:pt x="56" y="249"/>
                      <a:pt x="0" y="193"/>
                      <a:pt x="0" y="124"/>
                    </a:cubicBezTo>
                    <a:cubicBezTo>
                      <a:pt x="0" y="56"/>
                      <a:pt x="56" y="0"/>
                      <a:pt x="124" y="0"/>
                    </a:cubicBezTo>
                    <a:cubicBezTo>
                      <a:pt x="193" y="0"/>
                      <a:pt x="249" y="56"/>
                      <a:pt x="249" y="124"/>
                    </a:cubicBezTo>
                    <a:cubicBezTo>
                      <a:pt x="249" y="193"/>
                      <a:pt x="193" y="249"/>
                      <a:pt x="124" y="249"/>
                    </a:cubicBezTo>
                    <a:close/>
                    <a:moveTo>
                      <a:pt x="124" y="32"/>
                    </a:moveTo>
                    <a:cubicBezTo>
                      <a:pt x="73" y="32"/>
                      <a:pt x="32" y="73"/>
                      <a:pt x="32" y="124"/>
                    </a:cubicBezTo>
                    <a:cubicBezTo>
                      <a:pt x="32" y="175"/>
                      <a:pt x="73" y="217"/>
                      <a:pt x="124" y="217"/>
                    </a:cubicBezTo>
                    <a:cubicBezTo>
                      <a:pt x="175" y="217"/>
                      <a:pt x="217" y="175"/>
                      <a:pt x="217" y="124"/>
                    </a:cubicBezTo>
                    <a:cubicBezTo>
                      <a:pt x="217" y="73"/>
                      <a:pt x="175" y="32"/>
                      <a:pt x="124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EB34289-BA19-4845-8597-D1200F4E4C82}"/>
              </a:ext>
            </a:extLst>
          </p:cNvPr>
          <p:cNvGrpSpPr/>
          <p:nvPr/>
        </p:nvGrpSpPr>
        <p:grpSpPr>
          <a:xfrm>
            <a:off x="8045125" y="2895374"/>
            <a:ext cx="571953" cy="571953"/>
            <a:chOff x="9901692" y="2772229"/>
            <a:chExt cx="703942" cy="703942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CD00A7E-74E4-4D86-99CF-6B8410BAAF56}"/>
                </a:ext>
              </a:extLst>
            </p:cNvPr>
            <p:cNvSpPr/>
            <p:nvPr/>
          </p:nvSpPr>
          <p:spPr>
            <a:xfrm>
              <a:off x="9901692" y="2772229"/>
              <a:ext cx="703942" cy="703942"/>
            </a:xfrm>
            <a:prstGeom prst="ellipse">
              <a:avLst/>
            </a:prstGeom>
            <a:solidFill>
              <a:srgbClr val="EBABD5"/>
            </a:solidFill>
            <a:ln w="38100">
              <a:noFill/>
            </a:ln>
            <a:effectLst>
              <a:outerShdw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B28538E-53F7-4BF7-AF69-C60F6D2F4050}"/>
                </a:ext>
              </a:extLst>
            </p:cNvPr>
            <p:cNvGrpSpPr/>
            <p:nvPr/>
          </p:nvGrpSpPr>
          <p:grpSpPr>
            <a:xfrm>
              <a:off x="10090154" y="2914800"/>
              <a:ext cx="327018" cy="418800"/>
              <a:chOff x="5330825" y="2451100"/>
              <a:chExt cx="1527175" cy="1955801"/>
            </a:xfrm>
            <a:solidFill>
              <a:srgbClr val="6E1E84"/>
            </a:solidFill>
          </p:grpSpPr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250F3144-0409-46F6-9F79-768CDB70CA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8188" y="4110038"/>
                <a:ext cx="547688" cy="296863"/>
              </a:xfrm>
              <a:custGeom>
                <a:avLst/>
                <a:gdLst>
                  <a:gd name="T0" fmla="*/ 73 w 145"/>
                  <a:gd name="T1" fmla="*/ 78 h 78"/>
                  <a:gd name="T2" fmla="*/ 1 w 145"/>
                  <a:gd name="T3" fmla="*/ 17 h 78"/>
                  <a:gd name="T4" fmla="*/ 13 w 145"/>
                  <a:gd name="T5" fmla="*/ 1 h 78"/>
                  <a:gd name="T6" fmla="*/ 29 w 145"/>
                  <a:gd name="T7" fmla="*/ 12 h 78"/>
                  <a:gd name="T8" fmla="*/ 73 w 145"/>
                  <a:gd name="T9" fmla="*/ 50 h 78"/>
                  <a:gd name="T10" fmla="*/ 116 w 145"/>
                  <a:gd name="T11" fmla="*/ 12 h 78"/>
                  <a:gd name="T12" fmla="*/ 132 w 145"/>
                  <a:gd name="T13" fmla="*/ 1 h 78"/>
                  <a:gd name="T14" fmla="*/ 144 w 145"/>
                  <a:gd name="T15" fmla="*/ 17 h 78"/>
                  <a:gd name="T16" fmla="*/ 73 w 145"/>
                  <a:gd name="T1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5" h="78">
                    <a:moveTo>
                      <a:pt x="73" y="78"/>
                    </a:moveTo>
                    <a:cubicBezTo>
                      <a:pt x="36" y="78"/>
                      <a:pt x="8" y="54"/>
                      <a:pt x="1" y="17"/>
                    </a:cubicBezTo>
                    <a:cubicBezTo>
                      <a:pt x="0" y="9"/>
                      <a:pt x="5" y="2"/>
                      <a:pt x="13" y="1"/>
                    </a:cubicBezTo>
                    <a:cubicBezTo>
                      <a:pt x="21" y="0"/>
                      <a:pt x="28" y="5"/>
                      <a:pt x="29" y="12"/>
                    </a:cubicBezTo>
                    <a:cubicBezTo>
                      <a:pt x="33" y="35"/>
                      <a:pt x="50" y="50"/>
                      <a:pt x="73" y="50"/>
                    </a:cubicBezTo>
                    <a:cubicBezTo>
                      <a:pt x="95" y="50"/>
                      <a:pt x="112" y="35"/>
                      <a:pt x="116" y="12"/>
                    </a:cubicBezTo>
                    <a:cubicBezTo>
                      <a:pt x="118" y="5"/>
                      <a:pt x="125" y="0"/>
                      <a:pt x="132" y="1"/>
                    </a:cubicBezTo>
                    <a:cubicBezTo>
                      <a:pt x="140" y="2"/>
                      <a:pt x="145" y="9"/>
                      <a:pt x="144" y="17"/>
                    </a:cubicBezTo>
                    <a:cubicBezTo>
                      <a:pt x="138" y="54"/>
                      <a:pt x="109" y="78"/>
                      <a:pt x="73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9DCB53A0-F548-48EF-BA84-003824B2B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0825" y="2451100"/>
                <a:ext cx="1527175" cy="1446213"/>
              </a:xfrm>
              <a:custGeom>
                <a:avLst/>
                <a:gdLst>
                  <a:gd name="T0" fmla="*/ 109 w 404"/>
                  <a:gd name="T1" fmla="*/ 378 h 380"/>
                  <a:gd name="T2" fmla="*/ 103 w 404"/>
                  <a:gd name="T3" fmla="*/ 376 h 380"/>
                  <a:gd name="T4" fmla="*/ 0 w 404"/>
                  <a:gd name="T5" fmla="*/ 201 h 380"/>
                  <a:gd name="T6" fmla="*/ 202 w 404"/>
                  <a:gd name="T7" fmla="*/ 0 h 380"/>
                  <a:gd name="T8" fmla="*/ 404 w 404"/>
                  <a:gd name="T9" fmla="*/ 201 h 380"/>
                  <a:gd name="T10" fmla="*/ 301 w 404"/>
                  <a:gd name="T11" fmla="*/ 376 h 380"/>
                  <a:gd name="T12" fmla="*/ 282 w 404"/>
                  <a:gd name="T13" fmla="*/ 371 h 380"/>
                  <a:gd name="T14" fmla="*/ 287 w 404"/>
                  <a:gd name="T15" fmla="*/ 352 h 380"/>
                  <a:gd name="T16" fmla="*/ 376 w 404"/>
                  <a:gd name="T17" fmla="*/ 201 h 380"/>
                  <a:gd name="T18" fmla="*/ 202 w 404"/>
                  <a:gd name="T19" fmla="*/ 28 h 380"/>
                  <a:gd name="T20" fmla="*/ 28 w 404"/>
                  <a:gd name="T21" fmla="*/ 201 h 380"/>
                  <a:gd name="T22" fmla="*/ 116 w 404"/>
                  <a:gd name="T23" fmla="*/ 352 h 380"/>
                  <a:gd name="T24" fmla="*/ 122 w 404"/>
                  <a:gd name="T25" fmla="*/ 371 h 380"/>
                  <a:gd name="T26" fmla="*/ 109 w 404"/>
                  <a:gd name="T27" fmla="*/ 378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4" h="380">
                    <a:moveTo>
                      <a:pt x="109" y="378"/>
                    </a:moveTo>
                    <a:cubicBezTo>
                      <a:pt x="107" y="378"/>
                      <a:pt x="105" y="378"/>
                      <a:pt x="103" y="376"/>
                    </a:cubicBezTo>
                    <a:cubicBezTo>
                      <a:pt x="39" y="341"/>
                      <a:pt x="0" y="274"/>
                      <a:pt x="0" y="201"/>
                    </a:cubicBezTo>
                    <a:cubicBezTo>
                      <a:pt x="0" y="90"/>
                      <a:pt x="90" y="0"/>
                      <a:pt x="202" y="0"/>
                    </a:cubicBezTo>
                    <a:cubicBezTo>
                      <a:pt x="313" y="0"/>
                      <a:pt x="404" y="90"/>
                      <a:pt x="404" y="201"/>
                    </a:cubicBezTo>
                    <a:cubicBezTo>
                      <a:pt x="404" y="274"/>
                      <a:pt x="364" y="341"/>
                      <a:pt x="301" y="376"/>
                    </a:cubicBezTo>
                    <a:cubicBezTo>
                      <a:pt x="294" y="380"/>
                      <a:pt x="285" y="378"/>
                      <a:pt x="282" y="371"/>
                    </a:cubicBezTo>
                    <a:cubicBezTo>
                      <a:pt x="278" y="364"/>
                      <a:pt x="280" y="356"/>
                      <a:pt x="287" y="352"/>
                    </a:cubicBezTo>
                    <a:cubicBezTo>
                      <a:pt x="342" y="321"/>
                      <a:pt x="376" y="263"/>
                      <a:pt x="376" y="201"/>
                    </a:cubicBezTo>
                    <a:cubicBezTo>
                      <a:pt x="376" y="106"/>
                      <a:pt x="298" y="28"/>
                      <a:pt x="202" y="28"/>
                    </a:cubicBezTo>
                    <a:cubicBezTo>
                      <a:pt x="106" y="28"/>
                      <a:pt x="28" y="106"/>
                      <a:pt x="28" y="201"/>
                    </a:cubicBezTo>
                    <a:cubicBezTo>
                      <a:pt x="28" y="263"/>
                      <a:pt x="62" y="321"/>
                      <a:pt x="116" y="352"/>
                    </a:cubicBezTo>
                    <a:cubicBezTo>
                      <a:pt x="123" y="356"/>
                      <a:pt x="125" y="364"/>
                      <a:pt x="122" y="371"/>
                    </a:cubicBezTo>
                    <a:cubicBezTo>
                      <a:pt x="119" y="376"/>
                      <a:pt x="114" y="378"/>
                      <a:pt x="109" y="3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757DBC27-23DD-4090-9A32-8685FE6385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89600" y="3783013"/>
                <a:ext cx="804863" cy="436563"/>
              </a:xfrm>
              <a:custGeom>
                <a:avLst/>
                <a:gdLst>
                  <a:gd name="T0" fmla="*/ 172 w 213"/>
                  <a:gd name="T1" fmla="*/ 115 h 115"/>
                  <a:gd name="T2" fmla="*/ 41 w 213"/>
                  <a:gd name="T3" fmla="*/ 115 h 115"/>
                  <a:gd name="T4" fmla="*/ 5 w 213"/>
                  <a:gd name="T5" fmla="*/ 82 h 115"/>
                  <a:gd name="T6" fmla="*/ 1 w 213"/>
                  <a:gd name="T7" fmla="*/ 35 h 115"/>
                  <a:gd name="T8" fmla="*/ 9 w 213"/>
                  <a:gd name="T9" fmla="*/ 11 h 115"/>
                  <a:gd name="T10" fmla="*/ 33 w 213"/>
                  <a:gd name="T11" fmla="*/ 0 h 115"/>
                  <a:gd name="T12" fmla="*/ 180 w 213"/>
                  <a:gd name="T13" fmla="*/ 0 h 115"/>
                  <a:gd name="T14" fmla="*/ 204 w 213"/>
                  <a:gd name="T15" fmla="*/ 11 h 115"/>
                  <a:gd name="T16" fmla="*/ 212 w 213"/>
                  <a:gd name="T17" fmla="*/ 35 h 115"/>
                  <a:gd name="T18" fmla="*/ 208 w 213"/>
                  <a:gd name="T19" fmla="*/ 82 h 115"/>
                  <a:gd name="T20" fmla="*/ 172 w 213"/>
                  <a:gd name="T21" fmla="*/ 115 h 115"/>
                  <a:gd name="T22" fmla="*/ 33 w 213"/>
                  <a:gd name="T23" fmla="*/ 28 h 115"/>
                  <a:gd name="T24" fmla="*/ 30 w 213"/>
                  <a:gd name="T25" fmla="*/ 30 h 115"/>
                  <a:gd name="T26" fmla="*/ 29 w 213"/>
                  <a:gd name="T27" fmla="*/ 33 h 115"/>
                  <a:gd name="T28" fmla="*/ 33 w 213"/>
                  <a:gd name="T29" fmla="*/ 79 h 115"/>
                  <a:gd name="T30" fmla="*/ 41 w 213"/>
                  <a:gd name="T31" fmla="*/ 87 h 115"/>
                  <a:gd name="T32" fmla="*/ 172 w 213"/>
                  <a:gd name="T33" fmla="*/ 87 h 115"/>
                  <a:gd name="T34" fmla="*/ 180 w 213"/>
                  <a:gd name="T35" fmla="*/ 79 h 115"/>
                  <a:gd name="T36" fmla="*/ 184 w 213"/>
                  <a:gd name="T37" fmla="*/ 33 h 115"/>
                  <a:gd name="T38" fmla="*/ 183 w 213"/>
                  <a:gd name="T39" fmla="*/ 30 h 115"/>
                  <a:gd name="T40" fmla="*/ 180 w 213"/>
                  <a:gd name="T41" fmla="*/ 28 h 115"/>
                  <a:gd name="T42" fmla="*/ 33 w 213"/>
                  <a:gd name="T43" fmla="*/ 28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3" h="115">
                    <a:moveTo>
                      <a:pt x="172" y="115"/>
                    </a:moveTo>
                    <a:cubicBezTo>
                      <a:pt x="41" y="115"/>
                      <a:pt x="41" y="115"/>
                      <a:pt x="41" y="115"/>
                    </a:cubicBezTo>
                    <a:cubicBezTo>
                      <a:pt x="23" y="115"/>
                      <a:pt x="7" y="100"/>
                      <a:pt x="5" y="82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6"/>
                      <a:pt x="3" y="17"/>
                      <a:pt x="9" y="11"/>
                    </a:cubicBezTo>
                    <a:cubicBezTo>
                      <a:pt x="15" y="4"/>
                      <a:pt x="24" y="0"/>
                      <a:pt x="33" y="0"/>
                    </a:cubicBezTo>
                    <a:cubicBezTo>
                      <a:pt x="180" y="0"/>
                      <a:pt x="180" y="0"/>
                      <a:pt x="180" y="0"/>
                    </a:cubicBezTo>
                    <a:cubicBezTo>
                      <a:pt x="189" y="0"/>
                      <a:pt x="198" y="4"/>
                      <a:pt x="204" y="11"/>
                    </a:cubicBezTo>
                    <a:cubicBezTo>
                      <a:pt x="210" y="17"/>
                      <a:pt x="213" y="26"/>
                      <a:pt x="212" y="35"/>
                    </a:cubicBezTo>
                    <a:cubicBezTo>
                      <a:pt x="208" y="82"/>
                      <a:pt x="208" y="82"/>
                      <a:pt x="208" y="82"/>
                    </a:cubicBezTo>
                    <a:cubicBezTo>
                      <a:pt x="206" y="100"/>
                      <a:pt x="191" y="115"/>
                      <a:pt x="172" y="115"/>
                    </a:cubicBezTo>
                    <a:close/>
                    <a:moveTo>
                      <a:pt x="33" y="28"/>
                    </a:moveTo>
                    <a:cubicBezTo>
                      <a:pt x="31" y="28"/>
                      <a:pt x="30" y="29"/>
                      <a:pt x="30" y="30"/>
                    </a:cubicBezTo>
                    <a:cubicBezTo>
                      <a:pt x="29" y="30"/>
                      <a:pt x="29" y="31"/>
                      <a:pt x="29" y="33"/>
                    </a:cubicBezTo>
                    <a:cubicBezTo>
                      <a:pt x="33" y="79"/>
                      <a:pt x="33" y="79"/>
                      <a:pt x="33" y="79"/>
                    </a:cubicBezTo>
                    <a:cubicBezTo>
                      <a:pt x="34" y="83"/>
                      <a:pt x="37" y="87"/>
                      <a:pt x="41" y="87"/>
                    </a:cubicBezTo>
                    <a:cubicBezTo>
                      <a:pt x="172" y="87"/>
                      <a:pt x="172" y="87"/>
                      <a:pt x="172" y="87"/>
                    </a:cubicBezTo>
                    <a:cubicBezTo>
                      <a:pt x="176" y="87"/>
                      <a:pt x="180" y="83"/>
                      <a:pt x="180" y="79"/>
                    </a:cubicBezTo>
                    <a:cubicBezTo>
                      <a:pt x="184" y="33"/>
                      <a:pt x="184" y="33"/>
                      <a:pt x="184" y="33"/>
                    </a:cubicBezTo>
                    <a:cubicBezTo>
                      <a:pt x="185" y="31"/>
                      <a:pt x="184" y="30"/>
                      <a:pt x="183" y="30"/>
                    </a:cubicBezTo>
                    <a:cubicBezTo>
                      <a:pt x="183" y="29"/>
                      <a:pt x="182" y="28"/>
                      <a:pt x="180" y="28"/>
                    </a:cubicBezTo>
                    <a:lnTo>
                      <a:pt x="3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77681A2E-2C61-4120-8AA8-523B4A734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8650" y="3952875"/>
                <a:ext cx="766763" cy="92075"/>
              </a:xfrm>
              <a:custGeom>
                <a:avLst/>
                <a:gdLst>
                  <a:gd name="T0" fmla="*/ 191 w 203"/>
                  <a:gd name="T1" fmla="*/ 24 h 24"/>
                  <a:gd name="T2" fmla="*/ 12 w 203"/>
                  <a:gd name="T3" fmla="*/ 24 h 24"/>
                  <a:gd name="T4" fmla="*/ 0 w 203"/>
                  <a:gd name="T5" fmla="*/ 12 h 24"/>
                  <a:gd name="T6" fmla="*/ 12 w 203"/>
                  <a:gd name="T7" fmla="*/ 0 h 24"/>
                  <a:gd name="T8" fmla="*/ 191 w 203"/>
                  <a:gd name="T9" fmla="*/ 0 h 24"/>
                  <a:gd name="T10" fmla="*/ 203 w 203"/>
                  <a:gd name="T11" fmla="*/ 12 h 24"/>
                  <a:gd name="T12" fmla="*/ 191 w 203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3" h="24">
                    <a:moveTo>
                      <a:pt x="191" y="24"/>
                    </a:move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2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8" y="0"/>
                      <a:pt x="203" y="6"/>
                      <a:pt x="203" y="12"/>
                    </a:cubicBezTo>
                    <a:cubicBezTo>
                      <a:pt x="203" y="19"/>
                      <a:pt x="198" y="24"/>
                      <a:pt x="19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</p:grp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1D93077-A60C-4B96-8BF4-BD9655C6499E}"/>
              </a:ext>
            </a:extLst>
          </p:cNvPr>
          <p:cNvCxnSpPr>
            <a:cxnSpLocks/>
          </p:cNvCxnSpPr>
          <p:nvPr/>
        </p:nvCxnSpPr>
        <p:spPr>
          <a:xfrm flipH="1">
            <a:off x="1892693" y="3199408"/>
            <a:ext cx="154106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ECABD5"/>
                </a:gs>
                <a:gs pos="100000">
                  <a:srgbClr val="7C22FF">
                    <a:alpha val="0"/>
                  </a:srgbClr>
                </a:gs>
              </a:gsLst>
              <a:lin ang="0" scaled="1"/>
              <a:tileRect/>
            </a:gra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63E496A-D939-4649-831E-757D540402BD}"/>
              </a:ext>
            </a:extLst>
          </p:cNvPr>
          <p:cNvGrpSpPr/>
          <p:nvPr/>
        </p:nvGrpSpPr>
        <p:grpSpPr>
          <a:xfrm>
            <a:off x="1288923" y="2895374"/>
            <a:ext cx="571953" cy="571953"/>
            <a:chOff x="1586367" y="2772229"/>
            <a:chExt cx="703942" cy="703942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07D256D-7D56-46E1-96E9-0F1290A5737E}"/>
                </a:ext>
              </a:extLst>
            </p:cNvPr>
            <p:cNvSpPr/>
            <p:nvPr/>
          </p:nvSpPr>
          <p:spPr>
            <a:xfrm>
              <a:off x="1586367" y="2772229"/>
              <a:ext cx="703942" cy="703942"/>
            </a:xfrm>
            <a:prstGeom prst="ellipse">
              <a:avLst/>
            </a:prstGeom>
            <a:solidFill>
              <a:srgbClr val="EBABD5"/>
            </a:solidFill>
            <a:ln w="38100">
              <a:noFill/>
            </a:ln>
            <a:effectLst>
              <a:outerShdw dist="508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896B3AC-1C8B-4865-9902-731E120C2ACF}"/>
                </a:ext>
              </a:extLst>
            </p:cNvPr>
            <p:cNvGrpSpPr/>
            <p:nvPr/>
          </p:nvGrpSpPr>
          <p:grpSpPr>
            <a:xfrm>
              <a:off x="1769269" y="2922588"/>
              <a:ext cx="338138" cy="403225"/>
              <a:chOff x="1952171" y="-633412"/>
              <a:chExt cx="338138" cy="403225"/>
            </a:xfrm>
            <a:solidFill>
              <a:srgbClr val="6E1E84"/>
            </a:solidFill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F7C7CC0E-50F2-4C89-8D03-C593991A61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52171" y="-633412"/>
                <a:ext cx="338138" cy="403225"/>
              </a:xfrm>
              <a:custGeom>
                <a:avLst/>
                <a:gdLst>
                  <a:gd name="T0" fmla="*/ 337 w 367"/>
                  <a:gd name="T1" fmla="*/ 434 h 434"/>
                  <a:gd name="T2" fmla="*/ 31 w 367"/>
                  <a:gd name="T3" fmla="*/ 434 h 434"/>
                  <a:gd name="T4" fmla="*/ 0 w 367"/>
                  <a:gd name="T5" fmla="*/ 403 h 434"/>
                  <a:gd name="T6" fmla="*/ 0 w 367"/>
                  <a:gd name="T7" fmla="*/ 31 h 434"/>
                  <a:gd name="T8" fmla="*/ 31 w 367"/>
                  <a:gd name="T9" fmla="*/ 0 h 434"/>
                  <a:gd name="T10" fmla="*/ 337 w 367"/>
                  <a:gd name="T11" fmla="*/ 0 h 434"/>
                  <a:gd name="T12" fmla="*/ 367 w 367"/>
                  <a:gd name="T13" fmla="*/ 31 h 434"/>
                  <a:gd name="T14" fmla="*/ 367 w 367"/>
                  <a:gd name="T15" fmla="*/ 403 h 434"/>
                  <a:gd name="T16" fmla="*/ 337 w 367"/>
                  <a:gd name="T17" fmla="*/ 434 h 434"/>
                  <a:gd name="T18" fmla="*/ 31 w 367"/>
                  <a:gd name="T19" fmla="*/ 28 h 434"/>
                  <a:gd name="T20" fmla="*/ 28 w 367"/>
                  <a:gd name="T21" fmla="*/ 31 h 434"/>
                  <a:gd name="T22" fmla="*/ 28 w 367"/>
                  <a:gd name="T23" fmla="*/ 403 h 434"/>
                  <a:gd name="T24" fmla="*/ 31 w 367"/>
                  <a:gd name="T25" fmla="*/ 406 h 434"/>
                  <a:gd name="T26" fmla="*/ 337 w 367"/>
                  <a:gd name="T27" fmla="*/ 406 h 434"/>
                  <a:gd name="T28" fmla="*/ 339 w 367"/>
                  <a:gd name="T29" fmla="*/ 403 h 434"/>
                  <a:gd name="T30" fmla="*/ 339 w 367"/>
                  <a:gd name="T31" fmla="*/ 31 h 434"/>
                  <a:gd name="T32" fmla="*/ 337 w 367"/>
                  <a:gd name="T33" fmla="*/ 28 h 434"/>
                  <a:gd name="T34" fmla="*/ 31 w 367"/>
                  <a:gd name="T35" fmla="*/ 28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67" h="434">
                    <a:moveTo>
                      <a:pt x="337" y="434"/>
                    </a:moveTo>
                    <a:cubicBezTo>
                      <a:pt x="31" y="434"/>
                      <a:pt x="31" y="434"/>
                      <a:pt x="31" y="434"/>
                    </a:cubicBezTo>
                    <a:cubicBezTo>
                      <a:pt x="14" y="434"/>
                      <a:pt x="0" y="420"/>
                      <a:pt x="0" y="40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337" y="0"/>
                      <a:pt x="337" y="0"/>
                      <a:pt x="337" y="0"/>
                    </a:cubicBezTo>
                    <a:cubicBezTo>
                      <a:pt x="354" y="0"/>
                      <a:pt x="367" y="14"/>
                      <a:pt x="367" y="31"/>
                    </a:cubicBezTo>
                    <a:cubicBezTo>
                      <a:pt x="367" y="403"/>
                      <a:pt x="367" y="403"/>
                      <a:pt x="367" y="403"/>
                    </a:cubicBezTo>
                    <a:cubicBezTo>
                      <a:pt x="367" y="420"/>
                      <a:pt x="354" y="434"/>
                      <a:pt x="337" y="434"/>
                    </a:cubicBezTo>
                    <a:close/>
                    <a:moveTo>
                      <a:pt x="31" y="28"/>
                    </a:moveTo>
                    <a:cubicBezTo>
                      <a:pt x="30" y="28"/>
                      <a:pt x="28" y="30"/>
                      <a:pt x="28" y="31"/>
                    </a:cubicBezTo>
                    <a:cubicBezTo>
                      <a:pt x="28" y="403"/>
                      <a:pt x="28" y="403"/>
                      <a:pt x="28" y="403"/>
                    </a:cubicBezTo>
                    <a:cubicBezTo>
                      <a:pt x="28" y="405"/>
                      <a:pt x="30" y="406"/>
                      <a:pt x="31" y="406"/>
                    </a:cubicBezTo>
                    <a:cubicBezTo>
                      <a:pt x="337" y="406"/>
                      <a:pt x="337" y="406"/>
                      <a:pt x="337" y="406"/>
                    </a:cubicBezTo>
                    <a:cubicBezTo>
                      <a:pt x="338" y="406"/>
                      <a:pt x="339" y="405"/>
                      <a:pt x="339" y="403"/>
                    </a:cubicBezTo>
                    <a:cubicBezTo>
                      <a:pt x="339" y="31"/>
                      <a:pt x="339" y="31"/>
                      <a:pt x="339" y="31"/>
                    </a:cubicBezTo>
                    <a:cubicBezTo>
                      <a:pt x="339" y="30"/>
                      <a:pt x="338" y="28"/>
                      <a:pt x="337" y="28"/>
                    </a:cubicBezTo>
                    <a:lnTo>
                      <a:pt x="31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E3D4BC5C-9727-4804-A8B8-0E2828C20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958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2 w 43"/>
                  <a:gd name="T3" fmla="*/ 43 h 43"/>
                  <a:gd name="T4" fmla="*/ 22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2 w 43"/>
                  <a:gd name="T11" fmla="*/ 0 h 43"/>
                  <a:gd name="T12" fmla="*/ 22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4" y="43"/>
                      <a:pt x="22" y="43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0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34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59EF3A15-C007-48C6-BC00-D8921AD93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658" y="-619125"/>
                <a:ext cx="14288" cy="60325"/>
              </a:xfrm>
              <a:custGeom>
                <a:avLst/>
                <a:gdLst>
                  <a:gd name="T0" fmla="*/ 9 w 17"/>
                  <a:gd name="T1" fmla="*/ 66 h 66"/>
                  <a:gd name="T2" fmla="*/ 0 w 17"/>
                  <a:gd name="T3" fmla="*/ 57 h 66"/>
                  <a:gd name="T4" fmla="*/ 0 w 17"/>
                  <a:gd name="T5" fmla="*/ 9 h 66"/>
                  <a:gd name="T6" fmla="*/ 9 w 17"/>
                  <a:gd name="T7" fmla="*/ 0 h 66"/>
                  <a:gd name="T8" fmla="*/ 17 w 17"/>
                  <a:gd name="T9" fmla="*/ 9 h 66"/>
                  <a:gd name="T10" fmla="*/ 17 w 17"/>
                  <a:gd name="T11" fmla="*/ 57 h 66"/>
                  <a:gd name="T12" fmla="*/ 9 w 17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66">
                    <a:moveTo>
                      <a:pt x="9" y="66"/>
                    </a:moveTo>
                    <a:cubicBezTo>
                      <a:pt x="4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7" y="4"/>
                      <a:pt x="17" y="9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62"/>
                      <a:pt x="13" y="66"/>
                      <a:pt x="9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402ECCA-9C8C-4744-86CB-C1CA68E44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396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2 w 43"/>
                  <a:gd name="T3" fmla="*/ 43 h 43"/>
                  <a:gd name="T4" fmla="*/ 22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2 w 43"/>
                  <a:gd name="T11" fmla="*/ 0 h 43"/>
                  <a:gd name="T12" fmla="*/ 22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4" y="43"/>
                      <a:pt x="22" y="43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0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34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979F740B-2A03-49FE-A21F-AA98735F4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4096" y="-619125"/>
                <a:ext cx="15875" cy="60325"/>
              </a:xfrm>
              <a:custGeom>
                <a:avLst/>
                <a:gdLst>
                  <a:gd name="T0" fmla="*/ 8 w 16"/>
                  <a:gd name="T1" fmla="*/ 66 h 66"/>
                  <a:gd name="T2" fmla="*/ 0 w 16"/>
                  <a:gd name="T3" fmla="*/ 57 h 66"/>
                  <a:gd name="T4" fmla="*/ 0 w 16"/>
                  <a:gd name="T5" fmla="*/ 9 h 66"/>
                  <a:gd name="T6" fmla="*/ 8 w 16"/>
                  <a:gd name="T7" fmla="*/ 0 h 66"/>
                  <a:gd name="T8" fmla="*/ 16 w 16"/>
                  <a:gd name="T9" fmla="*/ 9 h 66"/>
                  <a:gd name="T10" fmla="*/ 16 w 16"/>
                  <a:gd name="T11" fmla="*/ 57 h 66"/>
                  <a:gd name="T12" fmla="*/ 8 w 16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66">
                    <a:moveTo>
                      <a:pt x="8" y="66"/>
                    </a:moveTo>
                    <a:cubicBezTo>
                      <a:pt x="3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9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62"/>
                      <a:pt x="12" y="66"/>
                      <a:pt x="8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FCD07DD6-1C7B-4B7C-A786-3B34B621E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4421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1 w 43"/>
                  <a:gd name="T3" fmla="*/ 43 h 43"/>
                  <a:gd name="T4" fmla="*/ 21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1 w 43"/>
                  <a:gd name="T11" fmla="*/ 0 h 43"/>
                  <a:gd name="T12" fmla="*/ 21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3" y="43"/>
                      <a:pt x="21" y="4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9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9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3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EB41D7C8-1FFF-4BE0-8FC8-47DA07404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7121" y="-619125"/>
                <a:ext cx="14288" cy="60325"/>
              </a:xfrm>
              <a:custGeom>
                <a:avLst/>
                <a:gdLst>
                  <a:gd name="T0" fmla="*/ 8 w 16"/>
                  <a:gd name="T1" fmla="*/ 66 h 66"/>
                  <a:gd name="T2" fmla="*/ 0 w 16"/>
                  <a:gd name="T3" fmla="*/ 57 h 66"/>
                  <a:gd name="T4" fmla="*/ 0 w 16"/>
                  <a:gd name="T5" fmla="*/ 9 h 66"/>
                  <a:gd name="T6" fmla="*/ 8 w 16"/>
                  <a:gd name="T7" fmla="*/ 0 h 66"/>
                  <a:gd name="T8" fmla="*/ 16 w 16"/>
                  <a:gd name="T9" fmla="*/ 9 h 66"/>
                  <a:gd name="T10" fmla="*/ 16 w 16"/>
                  <a:gd name="T11" fmla="*/ 57 h 66"/>
                  <a:gd name="T12" fmla="*/ 8 w 16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66">
                    <a:moveTo>
                      <a:pt x="8" y="66"/>
                    </a:moveTo>
                    <a:cubicBezTo>
                      <a:pt x="4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6" y="4"/>
                      <a:pt x="16" y="9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62"/>
                      <a:pt x="13" y="66"/>
                      <a:pt x="8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A5123928-BFD2-4918-A6A9-2314386AB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008" y="-330200"/>
                <a:ext cx="146050" cy="0"/>
              </a:xfrm>
              <a:custGeom>
                <a:avLst/>
                <a:gdLst>
                  <a:gd name="T0" fmla="*/ 0 w 92"/>
                  <a:gd name="T1" fmla="*/ 92 w 92"/>
                  <a:gd name="T2" fmla="*/ 0 w 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2">
                    <a:moveTo>
                      <a:pt x="0" y="0"/>
                    </a:moveTo>
                    <a:lnTo>
                      <a:pt x="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7A5AA59A-0D8D-4321-8075-5129254A8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9008" y="-330200"/>
                <a:ext cx="14605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BEE7A88E-0360-4F0D-BB04-D43DECF3D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7896" y="-341312"/>
                <a:ext cx="168275" cy="22225"/>
              </a:xfrm>
              <a:custGeom>
                <a:avLst/>
                <a:gdLst>
                  <a:gd name="T0" fmla="*/ 170 w 182"/>
                  <a:gd name="T1" fmla="*/ 24 h 24"/>
                  <a:gd name="T2" fmla="*/ 12 w 182"/>
                  <a:gd name="T3" fmla="*/ 24 h 24"/>
                  <a:gd name="T4" fmla="*/ 0 w 182"/>
                  <a:gd name="T5" fmla="*/ 12 h 24"/>
                  <a:gd name="T6" fmla="*/ 12 w 182"/>
                  <a:gd name="T7" fmla="*/ 0 h 24"/>
                  <a:gd name="T8" fmla="*/ 170 w 182"/>
                  <a:gd name="T9" fmla="*/ 0 h 24"/>
                  <a:gd name="T10" fmla="*/ 182 w 182"/>
                  <a:gd name="T11" fmla="*/ 12 h 24"/>
                  <a:gd name="T12" fmla="*/ 170 w 182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2" h="24">
                    <a:moveTo>
                      <a:pt x="170" y="24"/>
                    </a:moveTo>
                    <a:cubicBezTo>
                      <a:pt x="12" y="24"/>
                      <a:pt x="12" y="24"/>
                      <a:pt x="12" y="24"/>
                    </a:cubicBez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176" y="0"/>
                      <a:pt x="182" y="5"/>
                      <a:pt x="182" y="12"/>
                    </a:cubicBezTo>
                    <a:cubicBezTo>
                      <a:pt x="182" y="19"/>
                      <a:pt x="176" y="24"/>
                      <a:pt x="17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4" name="Freeform 15">
                <a:extLst>
                  <a:ext uri="{FF2B5EF4-FFF2-40B4-BE49-F238E27FC236}">
                    <a16:creationId xmlns:a16="http://schemas.microsoft.com/office/drawing/2014/main" id="{132E09B8-0607-4F2F-A9A1-02A36B829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883" y="-484187"/>
                <a:ext cx="130175" cy="112713"/>
              </a:xfrm>
              <a:custGeom>
                <a:avLst/>
                <a:gdLst>
                  <a:gd name="T0" fmla="*/ 57 w 142"/>
                  <a:gd name="T1" fmla="*/ 121 h 121"/>
                  <a:gd name="T2" fmla="*/ 57 w 142"/>
                  <a:gd name="T3" fmla="*/ 121 h 121"/>
                  <a:gd name="T4" fmla="*/ 46 w 142"/>
                  <a:gd name="T5" fmla="*/ 115 h 121"/>
                  <a:gd name="T6" fmla="*/ 5 w 142"/>
                  <a:gd name="T7" fmla="*/ 60 h 121"/>
                  <a:gd name="T8" fmla="*/ 8 w 142"/>
                  <a:gd name="T9" fmla="*/ 40 h 121"/>
                  <a:gd name="T10" fmla="*/ 27 w 142"/>
                  <a:gd name="T11" fmla="*/ 43 h 121"/>
                  <a:gd name="T12" fmla="*/ 57 w 142"/>
                  <a:gd name="T13" fmla="*/ 84 h 121"/>
                  <a:gd name="T14" fmla="*/ 115 w 142"/>
                  <a:gd name="T15" fmla="*/ 8 h 121"/>
                  <a:gd name="T16" fmla="*/ 135 w 142"/>
                  <a:gd name="T17" fmla="*/ 5 h 121"/>
                  <a:gd name="T18" fmla="*/ 138 w 142"/>
                  <a:gd name="T19" fmla="*/ 25 h 121"/>
                  <a:gd name="T20" fmla="*/ 68 w 142"/>
                  <a:gd name="T21" fmla="*/ 116 h 121"/>
                  <a:gd name="T22" fmla="*/ 57 w 142"/>
                  <a:gd name="T2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121">
                    <a:moveTo>
                      <a:pt x="57" y="121"/>
                    </a:moveTo>
                    <a:cubicBezTo>
                      <a:pt x="57" y="121"/>
                      <a:pt x="57" y="121"/>
                      <a:pt x="57" y="121"/>
                    </a:cubicBezTo>
                    <a:cubicBezTo>
                      <a:pt x="53" y="121"/>
                      <a:pt x="48" y="119"/>
                      <a:pt x="46" y="115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0" y="53"/>
                      <a:pt x="1" y="45"/>
                      <a:pt x="8" y="40"/>
                    </a:cubicBezTo>
                    <a:cubicBezTo>
                      <a:pt x="14" y="35"/>
                      <a:pt x="23" y="37"/>
                      <a:pt x="27" y="43"/>
                    </a:cubicBezTo>
                    <a:cubicBezTo>
                      <a:pt x="57" y="84"/>
                      <a:pt x="57" y="84"/>
                      <a:pt x="57" y="84"/>
                    </a:cubicBezTo>
                    <a:cubicBezTo>
                      <a:pt x="115" y="8"/>
                      <a:pt x="115" y="8"/>
                      <a:pt x="115" y="8"/>
                    </a:cubicBezTo>
                    <a:cubicBezTo>
                      <a:pt x="120" y="1"/>
                      <a:pt x="129" y="0"/>
                      <a:pt x="135" y="5"/>
                    </a:cubicBezTo>
                    <a:cubicBezTo>
                      <a:pt x="141" y="10"/>
                      <a:pt x="142" y="18"/>
                      <a:pt x="138" y="25"/>
                    </a:cubicBezTo>
                    <a:cubicBezTo>
                      <a:pt x="68" y="116"/>
                      <a:pt x="68" y="116"/>
                      <a:pt x="68" y="116"/>
                    </a:cubicBezTo>
                    <a:cubicBezTo>
                      <a:pt x="66" y="119"/>
                      <a:pt x="61" y="121"/>
                      <a:pt x="57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5" name="Freeform 16">
                <a:extLst>
                  <a:ext uri="{FF2B5EF4-FFF2-40B4-BE49-F238E27FC236}">
                    <a16:creationId xmlns:a16="http://schemas.microsoft.com/office/drawing/2014/main" id="{5BC50A33-5D7C-482C-A89F-C5BD8515CC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52171" y="-633412"/>
                <a:ext cx="338138" cy="403225"/>
              </a:xfrm>
              <a:custGeom>
                <a:avLst/>
                <a:gdLst>
                  <a:gd name="T0" fmla="*/ 337 w 367"/>
                  <a:gd name="T1" fmla="*/ 434 h 434"/>
                  <a:gd name="T2" fmla="*/ 31 w 367"/>
                  <a:gd name="T3" fmla="*/ 434 h 434"/>
                  <a:gd name="T4" fmla="*/ 0 w 367"/>
                  <a:gd name="T5" fmla="*/ 403 h 434"/>
                  <a:gd name="T6" fmla="*/ 0 w 367"/>
                  <a:gd name="T7" fmla="*/ 31 h 434"/>
                  <a:gd name="T8" fmla="*/ 31 w 367"/>
                  <a:gd name="T9" fmla="*/ 0 h 434"/>
                  <a:gd name="T10" fmla="*/ 337 w 367"/>
                  <a:gd name="T11" fmla="*/ 0 h 434"/>
                  <a:gd name="T12" fmla="*/ 367 w 367"/>
                  <a:gd name="T13" fmla="*/ 31 h 434"/>
                  <a:gd name="T14" fmla="*/ 367 w 367"/>
                  <a:gd name="T15" fmla="*/ 403 h 434"/>
                  <a:gd name="T16" fmla="*/ 337 w 367"/>
                  <a:gd name="T17" fmla="*/ 434 h 434"/>
                  <a:gd name="T18" fmla="*/ 31 w 367"/>
                  <a:gd name="T19" fmla="*/ 28 h 434"/>
                  <a:gd name="T20" fmla="*/ 28 w 367"/>
                  <a:gd name="T21" fmla="*/ 31 h 434"/>
                  <a:gd name="T22" fmla="*/ 28 w 367"/>
                  <a:gd name="T23" fmla="*/ 403 h 434"/>
                  <a:gd name="T24" fmla="*/ 31 w 367"/>
                  <a:gd name="T25" fmla="*/ 406 h 434"/>
                  <a:gd name="T26" fmla="*/ 337 w 367"/>
                  <a:gd name="T27" fmla="*/ 406 h 434"/>
                  <a:gd name="T28" fmla="*/ 339 w 367"/>
                  <a:gd name="T29" fmla="*/ 403 h 434"/>
                  <a:gd name="T30" fmla="*/ 339 w 367"/>
                  <a:gd name="T31" fmla="*/ 31 h 434"/>
                  <a:gd name="T32" fmla="*/ 337 w 367"/>
                  <a:gd name="T33" fmla="*/ 28 h 434"/>
                  <a:gd name="T34" fmla="*/ 31 w 367"/>
                  <a:gd name="T35" fmla="*/ 28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67" h="434">
                    <a:moveTo>
                      <a:pt x="337" y="434"/>
                    </a:moveTo>
                    <a:cubicBezTo>
                      <a:pt x="31" y="434"/>
                      <a:pt x="31" y="434"/>
                      <a:pt x="31" y="434"/>
                    </a:cubicBezTo>
                    <a:cubicBezTo>
                      <a:pt x="14" y="434"/>
                      <a:pt x="0" y="420"/>
                      <a:pt x="0" y="40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337" y="0"/>
                      <a:pt x="337" y="0"/>
                      <a:pt x="337" y="0"/>
                    </a:cubicBezTo>
                    <a:cubicBezTo>
                      <a:pt x="354" y="0"/>
                      <a:pt x="367" y="14"/>
                      <a:pt x="367" y="31"/>
                    </a:cubicBezTo>
                    <a:cubicBezTo>
                      <a:pt x="367" y="403"/>
                      <a:pt x="367" y="403"/>
                      <a:pt x="367" y="403"/>
                    </a:cubicBezTo>
                    <a:cubicBezTo>
                      <a:pt x="367" y="420"/>
                      <a:pt x="354" y="434"/>
                      <a:pt x="337" y="434"/>
                    </a:cubicBezTo>
                    <a:close/>
                    <a:moveTo>
                      <a:pt x="31" y="28"/>
                    </a:moveTo>
                    <a:cubicBezTo>
                      <a:pt x="30" y="28"/>
                      <a:pt x="28" y="30"/>
                      <a:pt x="28" y="31"/>
                    </a:cubicBezTo>
                    <a:cubicBezTo>
                      <a:pt x="28" y="403"/>
                      <a:pt x="28" y="403"/>
                      <a:pt x="28" y="403"/>
                    </a:cubicBezTo>
                    <a:cubicBezTo>
                      <a:pt x="28" y="405"/>
                      <a:pt x="30" y="406"/>
                      <a:pt x="31" y="406"/>
                    </a:cubicBezTo>
                    <a:cubicBezTo>
                      <a:pt x="337" y="406"/>
                      <a:pt x="337" y="406"/>
                      <a:pt x="337" y="406"/>
                    </a:cubicBezTo>
                    <a:cubicBezTo>
                      <a:pt x="338" y="406"/>
                      <a:pt x="339" y="405"/>
                      <a:pt x="339" y="403"/>
                    </a:cubicBezTo>
                    <a:cubicBezTo>
                      <a:pt x="339" y="31"/>
                      <a:pt x="339" y="31"/>
                      <a:pt x="339" y="31"/>
                    </a:cubicBezTo>
                    <a:cubicBezTo>
                      <a:pt x="339" y="30"/>
                      <a:pt x="338" y="28"/>
                      <a:pt x="337" y="28"/>
                    </a:cubicBezTo>
                    <a:lnTo>
                      <a:pt x="31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8" name="Freeform 17">
                <a:extLst>
                  <a:ext uri="{FF2B5EF4-FFF2-40B4-BE49-F238E27FC236}">
                    <a16:creationId xmlns:a16="http://schemas.microsoft.com/office/drawing/2014/main" id="{D4072E82-BEBA-48AC-A6E2-E03018336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958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2 w 43"/>
                  <a:gd name="T3" fmla="*/ 43 h 43"/>
                  <a:gd name="T4" fmla="*/ 22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2 w 43"/>
                  <a:gd name="T11" fmla="*/ 0 h 43"/>
                  <a:gd name="T12" fmla="*/ 22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4" y="43"/>
                      <a:pt x="22" y="43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0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34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29" name="Freeform 18">
                <a:extLst>
                  <a:ext uri="{FF2B5EF4-FFF2-40B4-BE49-F238E27FC236}">
                    <a16:creationId xmlns:a16="http://schemas.microsoft.com/office/drawing/2014/main" id="{460C3CF8-DAD6-462A-BEAD-F5B647289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658" y="-619125"/>
                <a:ext cx="14288" cy="60325"/>
              </a:xfrm>
              <a:custGeom>
                <a:avLst/>
                <a:gdLst>
                  <a:gd name="T0" fmla="*/ 9 w 17"/>
                  <a:gd name="T1" fmla="*/ 66 h 66"/>
                  <a:gd name="T2" fmla="*/ 0 w 17"/>
                  <a:gd name="T3" fmla="*/ 57 h 66"/>
                  <a:gd name="T4" fmla="*/ 0 w 17"/>
                  <a:gd name="T5" fmla="*/ 9 h 66"/>
                  <a:gd name="T6" fmla="*/ 9 w 17"/>
                  <a:gd name="T7" fmla="*/ 0 h 66"/>
                  <a:gd name="T8" fmla="*/ 17 w 17"/>
                  <a:gd name="T9" fmla="*/ 9 h 66"/>
                  <a:gd name="T10" fmla="*/ 17 w 17"/>
                  <a:gd name="T11" fmla="*/ 57 h 66"/>
                  <a:gd name="T12" fmla="*/ 9 w 17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66">
                    <a:moveTo>
                      <a:pt x="9" y="66"/>
                    </a:moveTo>
                    <a:cubicBezTo>
                      <a:pt x="4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7" y="4"/>
                      <a:pt x="17" y="9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62"/>
                      <a:pt x="13" y="66"/>
                      <a:pt x="9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id="{177F55D7-4D8E-4185-A989-115DAE0D0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396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2 w 43"/>
                  <a:gd name="T3" fmla="*/ 43 h 43"/>
                  <a:gd name="T4" fmla="*/ 22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2 w 43"/>
                  <a:gd name="T11" fmla="*/ 0 h 43"/>
                  <a:gd name="T12" fmla="*/ 22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4" y="43"/>
                      <a:pt x="22" y="43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10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34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1" name="Freeform 20">
                <a:extLst>
                  <a:ext uri="{FF2B5EF4-FFF2-40B4-BE49-F238E27FC236}">
                    <a16:creationId xmlns:a16="http://schemas.microsoft.com/office/drawing/2014/main" id="{45933FD9-D49D-463B-A2E1-02673CE916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4096" y="-619125"/>
                <a:ext cx="15875" cy="60325"/>
              </a:xfrm>
              <a:custGeom>
                <a:avLst/>
                <a:gdLst>
                  <a:gd name="T0" fmla="*/ 8 w 16"/>
                  <a:gd name="T1" fmla="*/ 66 h 66"/>
                  <a:gd name="T2" fmla="*/ 0 w 16"/>
                  <a:gd name="T3" fmla="*/ 57 h 66"/>
                  <a:gd name="T4" fmla="*/ 0 w 16"/>
                  <a:gd name="T5" fmla="*/ 9 h 66"/>
                  <a:gd name="T6" fmla="*/ 8 w 16"/>
                  <a:gd name="T7" fmla="*/ 0 h 66"/>
                  <a:gd name="T8" fmla="*/ 16 w 16"/>
                  <a:gd name="T9" fmla="*/ 9 h 66"/>
                  <a:gd name="T10" fmla="*/ 16 w 16"/>
                  <a:gd name="T11" fmla="*/ 57 h 66"/>
                  <a:gd name="T12" fmla="*/ 8 w 16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66">
                    <a:moveTo>
                      <a:pt x="8" y="66"/>
                    </a:moveTo>
                    <a:cubicBezTo>
                      <a:pt x="3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6" y="4"/>
                      <a:pt x="16" y="9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62"/>
                      <a:pt x="12" y="66"/>
                      <a:pt x="8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2" name="Freeform 21">
                <a:extLst>
                  <a:ext uri="{FF2B5EF4-FFF2-40B4-BE49-F238E27FC236}">
                    <a16:creationId xmlns:a16="http://schemas.microsoft.com/office/drawing/2014/main" id="{A6208D90-AF16-4753-8CF3-00684F3BA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4421" y="-585787"/>
                <a:ext cx="39688" cy="39688"/>
              </a:xfrm>
              <a:custGeom>
                <a:avLst/>
                <a:gdLst>
                  <a:gd name="T0" fmla="*/ 43 w 43"/>
                  <a:gd name="T1" fmla="*/ 21 h 43"/>
                  <a:gd name="T2" fmla="*/ 21 w 43"/>
                  <a:gd name="T3" fmla="*/ 43 h 43"/>
                  <a:gd name="T4" fmla="*/ 21 w 43"/>
                  <a:gd name="T5" fmla="*/ 43 h 43"/>
                  <a:gd name="T6" fmla="*/ 0 w 43"/>
                  <a:gd name="T7" fmla="*/ 21 h 43"/>
                  <a:gd name="T8" fmla="*/ 0 w 43"/>
                  <a:gd name="T9" fmla="*/ 21 h 43"/>
                  <a:gd name="T10" fmla="*/ 21 w 43"/>
                  <a:gd name="T11" fmla="*/ 0 h 43"/>
                  <a:gd name="T12" fmla="*/ 21 w 43"/>
                  <a:gd name="T13" fmla="*/ 0 h 43"/>
                  <a:gd name="T14" fmla="*/ 43 w 43"/>
                  <a:gd name="T15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3">
                    <a:moveTo>
                      <a:pt x="43" y="21"/>
                    </a:moveTo>
                    <a:cubicBezTo>
                      <a:pt x="43" y="33"/>
                      <a:pt x="33" y="43"/>
                      <a:pt x="21" y="4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9" y="43"/>
                      <a:pt x="0" y="33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0"/>
                      <a:pt x="9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3" y="0"/>
                      <a:pt x="43" y="10"/>
                      <a:pt x="43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3" name="Freeform 22">
                <a:extLst>
                  <a:ext uri="{FF2B5EF4-FFF2-40B4-BE49-F238E27FC236}">
                    <a16:creationId xmlns:a16="http://schemas.microsoft.com/office/drawing/2014/main" id="{ED9151A4-D45C-4895-8569-7D7C2F9DD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7121" y="-619125"/>
                <a:ext cx="14288" cy="60325"/>
              </a:xfrm>
              <a:custGeom>
                <a:avLst/>
                <a:gdLst>
                  <a:gd name="T0" fmla="*/ 8 w 16"/>
                  <a:gd name="T1" fmla="*/ 66 h 66"/>
                  <a:gd name="T2" fmla="*/ 0 w 16"/>
                  <a:gd name="T3" fmla="*/ 57 h 66"/>
                  <a:gd name="T4" fmla="*/ 0 w 16"/>
                  <a:gd name="T5" fmla="*/ 9 h 66"/>
                  <a:gd name="T6" fmla="*/ 8 w 16"/>
                  <a:gd name="T7" fmla="*/ 0 h 66"/>
                  <a:gd name="T8" fmla="*/ 16 w 16"/>
                  <a:gd name="T9" fmla="*/ 9 h 66"/>
                  <a:gd name="T10" fmla="*/ 16 w 16"/>
                  <a:gd name="T11" fmla="*/ 57 h 66"/>
                  <a:gd name="T12" fmla="*/ 8 w 16"/>
                  <a:gd name="T13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66">
                    <a:moveTo>
                      <a:pt x="8" y="66"/>
                    </a:moveTo>
                    <a:cubicBezTo>
                      <a:pt x="4" y="66"/>
                      <a:pt x="0" y="62"/>
                      <a:pt x="0" y="5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6" y="4"/>
                      <a:pt x="16" y="9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62"/>
                      <a:pt x="13" y="66"/>
                      <a:pt x="8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6" name="Freeform 23">
                <a:extLst>
                  <a:ext uri="{FF2B5EF4-FFF2-40B4-BE49-F238E27FC236}">
                    <a16:creationId xmlns:a16="http://schemas.microsoft.com/office/drawing/2014/main" id="{33814DFA-6AC3-4FB3-92AB-3855DE853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9008" y="-330200"/>
                <a:ext cx="146050" cy="0"/>
              </a:xfrm>
              <a:custGeom>
                <a:avLst/>
                <a:gdLst>
                  <a:gd name="T0" fmla="*/ 0 w 92"/>
                  <a:gd name="T1" fmla="*/ 92 w 92"/>
                  <a:gd name="T2" fmla="*/ 0 w 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2">
                    <a:moveTo>
                      <a:pt x="0" y="0"/>
                    </a:moveTo>
                    <a:lnTo>
                      <a:pt x="9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7" name="Line 24">
                <a:extLst>
                  <a:ext uri="{FF2B5EF4-FFF2-40B4-BE49-F238E27FC236}">
                    <a16:creationId xmlns:a16="http://schemas.microsoft.com/office/drawing/2014/main" id="{FD357B6C-23C7-41C9-AEA6-6BF0CE3B81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9008" y="-330200"/>
                <a:ext cx="14605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8" name="Freeform 25">
                <a:extLst>
                  <a:ext uri="{FF2B5EF4-FFF2-40B4-BE49-F238E27FC236}">
                    <a16:creationId xmlns:a16="http://schemas.microsoft.com/office/drawing/2014/main" id="{14D784CC-1DBE-4501-97F5-ACB3EB4F3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7896" y="-341312"/>
                <a:ext cx="168275" cy="22225"/>
              </a:xfrm>
              <a:custGeom>
                <a:avLst/>
                <a:gdLst>
                  <a:gd name="T0" fmla="*/ 170 w 182"/>
                  <a:gd name="T1" fmla="*/ 24 h 24"/>
                  <a:gd name="T2" fmla="*/ 12 w 182"/>
                  <a:gd name="T3" fmla="*/ 24 h 24"/>
                  <a:gd name="T4" fmla="*/ 0 w 182"/>
                  <a:gd name="T5" fmla="*/ 12 h 24"/>
                  <a:gd name="T6" fmla="*/ 12 w 182"/>
                  <a:gd name="T7" fmla="*/ 0 h 24"/>
                  <a:gd name="T8" fmla="*/ 170 w 182"/>
                  <a:gd name="T9" fmla="*/ 0 h 24"/>
                  <a:gd name="T10" fmla="*/ 182 w 182"/>
                  <a:gd name="T11" fmla="*/ 12 h 24"/>
                  <a:gd name="T12" fmla="*/ 170 w 182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2" h="24">
                    <a:moveTo>
                      <a:pt x="170" y="24"/>
                    </a:moveTo>
                    <a:cubicBezTo>
                      <a:pt x="12" y="24"/>
                      <a:pt x="12" y="24"/>
                      <a:pt x="12" y="24"/>
                    </a:cubicBez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176" y="0"/>
                      <a:pt x="182" y="5"/>
                      <a:pt x="182" y="12"/>
                    </a:cubicBezTo>
                    <a:cubicBezTo>
                      <a:pt x="182" y="19"/>
                      <a:pt x="176" y="24"/>
                      <a:pt x="17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  <p:sp>
            <p:nvSpPr>
              <p:cNvPr id="39" name="Freeform 26">
                <a:extLst>
                  <a:ext uri="{FF2B5EF4-FFF2-40B4-BE49-F238E27FC236}">
                    <a16:creationId xmlns:a16="http://schemas.microsoft.com/office/drawing/2014/main" id="{D312AC92-6FE3-42D3-943E-4830A7EAA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883" y="-484187"/>
                <a:ext cx="130175" cy="112713"/>
              </a:xfrm>
              <a:custGeom>
                <a:avLst/>
                <a:gdLst>
                  <a:gd name="T0" fmla="*/ 57 w 142"/>
                  <a:gd name="T1" fmla="*/ 121 h 121"/>
                  <a:gd name="T2" fmla="*/ 57 w 142"/>
                  <a:gd name="T3" fmla="*/ 121 h 121"/>
                  <a:gd name="T4" fmla="*/ 46 w 142"/>
                  <a:gd name="T5" fmla="*/ 115 h 121"/>
                  <a:gd name="T6" fmla="*/ 5 w 142"/>
                  <a:gd name="T7" fmla="*/ 60 h 121"/>
                  <a:gd name="T8" fmla="*/ 8 w 142"/>
                  <a:gd name="T9" fmla="*/ 40 h 121"/>
                  <a:gd name="T10" fmla="*/ 27 w 142"/>
                  <a:gd name="T11" fmla="*/ 43 h 121"/>
                  <a:gd name="T12" fmla="*/ 57 w 142"/>
                  <a:gd name="T13" fmla="*/ 84 h 121"/>
                  <a:gd name="T14" fmla="*/ 115 w 142"/>
                  <a:gd name="T15" fmla="*/ 8 h 121"/>
                  <a:gd name="T16" fmla="*/ 135 w 142"/>
                  <a:gd name="T17" fmla="*/ 5 h 121"/>
                  <a:gd name="T18" fmla="*/ 138 w 142"/>
                  <a:gd name="T19" fmla="*/ 25 h 121"/>
                  <a:gd name="T20" fmla="*/ 68 w 142"/>
                  <a:gd name="T21" fmla="*/ 116 h 121"/>
                  <a:gd name="T22" fmla="*/ 57 w 142"/>
                  <a:gd name="T2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121">
                    <a:moveTo>
                      <a:pt x="57" y="121"/>
                    </a:moveTo>
                    <a:cubicBezTo>
                      <a:pt x="57" y="121"/>
                      <a:pt x="57" y="121"/>
                      <a:pt x="57" y="121"/>
                    </a:cubicBezTo>
                    <a:cubicBezTo>
                      <a:pt x="53" y="121"/>
                      <a:pt x="48" y="119"/>
                      <a:pt x="46" y="115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0" y="53"/>
                      <a:pt x="1" y="45"/>
                      <a:pt x="8" y="40"/>
                    </a:cubicBezTo>
                    <a:cubicBezTo>
                      <a:pt x="14" y="35"/>
                      <a:pt x="23" y="37"/>
                      <a:pt x="27" y="43"/>
                    </a:cubicBezTo>
                    <a:cubicBezTo>
                      <a:pt x="57" y="84"/>
                      <a:pt x="57" y="84"/>
                      <a:pt x="57" y="84"/>
                    </a:cubicBezTo>
                    <a:cubicBezTo>
                      <a:pt x="115" y="8"/>
                      <a:pt x="115" y="8"/>
                      <a:pt x="115" y="8"/>
                    </a:cubicBezTo>
                    <a:cubicBezTo>
                      <a:pt x="120" y="1"/>
                      <a:pt x="129" y="0"/>
                      <a:pt x="135" y="5"/>
                    </a:cubicBezTo>
                    <a:cubicBezTo>
                      <a:pt x="141" y="10"/>
                      <a:pt x="142" y="18"/>
                      <a:pt x="138" y="25"/>
                    </a:cubicBezTo>
                    <a:cubicBezTo>
                      <a:pt x="68" y="116"/>
                      <a:pt x="68" y="116"/>
                      <a:pt x="68" y="116"/>
                    </a:cubicBezTo>
                    <a:cubicBezTo>
                      <a:pt x="66" y="119"/>
                      <a:pt x="61" y="121"/>
                      <a:pt x="57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4295" tIns="37148" rIns="74295" bIns="3714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463"/>
              </a:p>
            </p:txBody>
          </p:sp>
        </p:grpSp>
      </p:grp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C2582B7-E3F8-47D2-BBE3-9974F7000C41}"/>
              </a:ext>
            </a:extLst>
          </p:cNvPr>
          <p:cNvCxnSpPr>
            <a:cxnSpLocks/>
          </p:cNvCxnSpPr>
          <p:nvPr/>
        </p:nvCxnSpPr>
        <p:spPr>
          <a:xfrm flipH="1">
            <a:off x="4144760" y="3199408"/>
            <a:ext cx="154106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ECABD5"/>
                </a:gs>
                <a:gs pos="100000">
                  <a:srgbClr val="7C22FF">
                    <a:alpha val="0"/>
                  </a:srgbClr>
                </a:gs>
              </a:gsLst>
              <a:lin ang="0" scaled="1"/>
              <a:tileRect/>
            </a:gra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B538709-7CC1-47B7-BA62-56661916D2D8}"/>
              </a:ext>
            </a:extLst>
          </p:cNvPr>
          <p:cNvCxnSpPr>
            <a:cxnSpLocks/>
          </p:cNvCxnSpPr>
          <p:nvPr/>
        </p:nvCxnSpPr>
        <p:spPr>
          <a:xfrm flipH="1">
            <a:off x="6396828" y="3199408"/>
            <a:ext cx="154106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ECABD5"/>
                </a:gs>
                <a:gs pos="100000">
                  <a:srgbClr val="7C22FF">
                    <a:alpha val="0"/>
                  </a:srgbClr>
                </a:gs>
              </a:gsLst>
              <a:lin ang="0" scaled="1"/>
              <a:tileRect/>
            </a:gra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09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2060"/>
            </a:gs>
            <a:gs pos="100000">
              <a:srgbClr val="6E1E8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타원 18">
            <a:extLst>
              <a:ext uri="{FF2B5EF4-FFF2-40B4-BE49-F238E27FC236}">
                <a16:creationId xmlns:a16="http://schemas.microsoft.com/office/drawing/2014/main" id="{64449B30-239E-4ADD-ABEB-C1717EB90B8F}"/>
              </a:ext>
            </a:extLst>
          </p:cNvPr>
          <p:cNvSpPr/>
          <p:nvPr/>
        </p:nvSpPr>
        <p:spPr>
          <a:xfrm>
            <a:off x="874159" y="1539723"/>
            <a:ext cx="756407" cy="756407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E2852A-9E9D-4BA1-A978-745FB9CFB371}"/>
              </a:ext>
            </a:extLst>
          </p:cNvPr>
          <p:cNvSpPr txBox="1"/>
          <p:nvPr/>
        </p:nvSpPr>
        <p:spPr>
          <a:xfrm>
            <a:off x="1112007" y="1669161"/>
            <a:ext cx="1815882" cy="64504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3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rPr>
              <a:t>Part 01</a:t>
            </a:r>
            <a:endParaRPr lang="ko-KR" altLang="en-US" sz="39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j-cs"/>
            </a:endParaRPr>
          </a:p>
        </p:txBody>
      </p:sp>
      <p:sp>
        <p:nvSpPr>
          <p:cNvPr id="61" name="부제목 2">
            <a:extLst>
              <a:ext uri="{FF2B5EF4-FFF2-40B4-BE49-F238E27FC236}">
                <a16:creationId xmlns:a16="http://schemas.microsoft.com/office/drawing/2014/main" id="{AB9E6075-74C2-4942-AF11-7652A8F6C6B6}"/>
              </a:ext>
            </a:extLst>
          </p:cNvPr>
          <p:cNvSpPr txBox="1">
            <a:spLocks/>
          </p:cNvSpPr>
          <p:nvPr/>
        </p:nvSpPr>
        <p:spPr>
          <a:xfrm>
            <a:off x="1112007" y="2715368"/>
            <a:ext cx="2901853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D9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게임의 개요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43F10F-849A-4B5C-A6E6-21850A23D3F4}"/>
              </a:ext>
            </a:extLst>
          </p:cNvPr>
          <p:cNvSpPr/>
          <p:nvPr/>
        </p:nvSpPr>
        <p:spPr>
          <a:xfrm>
            <a:off x="854464" y="1518739"/>
            <a:ext cx="277240" cy="277240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72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1005403" cy="535531"/>
          </a:xfrm>
        </p:spPr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A8395DC-1818-4E55-A646-713796425A6E}"/>
              </a:ext>
            </a:extLst>
          </p:cNvPr>
          <p:cNvGrpSpPr/>
          <p:nvPr/>
        </p:nvGrpSpPr>
        <p:grpSpPr>
          <a:xfrm>
            <a:off x="1174406" y="1811456"/>
            <a:ext cx="2081874" cy="423516"/>
            <a:chOff x="852495" y="3628682"/>
            <a:chExt cx="1411734" cy="241782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91E4840A-D10D-4F39-BE67-5F8A4835EDC7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70" name="부제목 2">
              <a:extLst>
                <a:ext uri="{FF2B5EF4-FFF2-40B4-BE49-F238E27FC236}">
                  <a16:creationId xmlns:a16="http://schemas.microsoft.com/office/drawing/2014/main" id="{7D6FD97D-475A-4BEE-AD2A-0B0B44FDC137}"/>
                </a:ext>
              </a:extLst>
            </p:cNvPr>
            <p:cNvSpPr txBox="1">
              <a:spLocks/>
            </p:cNvSpPr>
            <p:nvPr/>
          </p:nvSpPr>
          <p:spPr>
            <a:xfrm>
              <a:off x="1321832" y="3659615"/>
              <a:ext cx="473067" cy="210849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장르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106A5C8-1051-42F3-8137-EB3D40233F69}"/>
              </a:ext>
            </a:extLst>
          </p:cNvPr>
          <p:cNvGrpSpPr/>
          <p:nvPr/>
        </p:nvGrpSpPr>
        <p:grpSpPr>
          <a:xfrm>
            <a:off x="4094943" y="1811463"/>
            <a:ext cx="2081874" cy="420621"/>
            <a:chOff x="852495" y="3628682"/>
            <a:chExt cx="1411734" cy="240129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842244D7-A03F-473C-91F3-1AA1E7E5EE45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73" name="부제목 2">
              <a:extLst>
                <a:ext uri="{FF2B5EF4-FFF2-40B4-BE49-F238E27FC236}">
                  <a16:creationId xmlns:a16="http://schemas.microsoft.com/office/drawing/2014/main" id="{B4471A20-6B56-4577-96D2-69AA97364A0C}"/>
                </a:ext>
              </a:extLst>
            </p:cNvPr>
            <p:cNvSpPr txBox="1">
              <a:spLocks/>
            </p:cNvSpPr>
            <p:nvPr/>
          </p:nvSpPr>
          <p:spPr>
            <a:xfrm>
              <a:off x="1234873" y="3652365"/>
              <a:ext cx="646987" cy="210849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플랫폼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7E4B72C4-7D99-44C0-9ACE-35043CA302C8}"/>
              </a:ext>
            </a:extLst>
          </p:cNvPr>
          <p:cNvGrpSpPr/>
          <p:nvPr/>
        </p:nvGrpSpPr>
        <p:grpSpPr>
          <a:xfrm>
            <a:off x="7015480" y="1798764"/>
            <a:ext cx="2081874" cy="423516"/>
            <a:chOff x="852495" y="3628682"/>
            <a:chExt cx="1411734" cy="241782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E9895277-0980-4824-86D6-D432F8A6E9D7}"/>
                </a:ext>
              </a:extLst>
            </p:cNvPr>
            <p:cNvSpPr/>
            <p:nvPr/>
          </p:nvSpPr>
          <p:spPr>
            <a:xfrm>
              <a:off x="852495" y="3628682"/>
              <a:ext cx="1411734" cy="24012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  <a:effectLst>
              <a:outerShdw dist="508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 dirty="0"/>
            </a:p>
          </p:txBody>
        </p:sp>
        <p:sp>
          <p:nvSpPr>
            <p:cNvPr id="76" name="부제목 2">
              <a:extLst>
                <a:ext uri="{FF2B5EF4-FFF2-40B4-BE49-F238E27FC236}">
                  <a16:creationId xmlns:a16="http://schemas.microsoft.com/office/drawing/2014/main" id="{12F0174F-DBA3-405E-95C0-0B8A854C4151}"/>
                </a:ext>
              </a:extLst>
            </p:cNvPr>
            <p:cNvSpPr txBox="1">
              <a:spLocks/>
            </p:cNvSpPr>
            <p:nvPr/>
          </p:nvSpPr>
          <p:spPr>
            <a:xfrm>
              <a:off x="856595" y="3659615"/>
              <a:ext cx="1403544" cy="210849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프로그래밍 언어</a:t>
              </a:r>
            </a:p>
          </p:txBody>
        </p:sp>
      </p:grpSp>
      <p:pic>
        <p:nvPicPr>
          <p:cNvPr id="1026" name="Picture 2" descr="컴퓨터 - 무료 컴퓨터개 아이콘">
            <a:extLst>
              <a:ext uri="{FF2B5EF4-FFF2-40B4-BE49-F238E27FC236}">
                <a16:creationId xmlns:a16="http://schemas.microsoft.com/office/drawing/2014/main" id="{E39CDB5C-DD4F-44F5-9B19-3A28A6A30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696" y="2590938"/>
            <a:ext cx="2221992" cy="222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6A7AA388-B903-4DD1-AA6A-630884EA0C32}"/>
              </a:ext>
            </a:extLst>
          </p:cNvPr>
          <p:cNvSpPr txBox="1"/>
          <p:nvPr/>
        </p:nvSpPr>
        <p:spPr>
          <a:xfrm>
            <a:off x="4193334" y="5049870"/>
            <a:ext cx="191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컴퓨터</a:t>
            </a:r>
            <a:r>
              <a:rPr lang="en-US" altLang="ko-KR" dirty="0"/>
              <a:t>(PC)</a:t>
            </a:r>
            <a:endParaRPr lang="ko-KR" altLang="en-US" dirty="0"/>
          </a:p>
        </p:txBody>
      </p:sp>
      <p:pic>
        <p:nvPicPr>
          <p:cNvPr id="1028" name="Picture 4" descr="글, 게임 무료 아이콘 의 Redmoon Google">
            <a:extLst>
              <a:ext uri="{FF2B5EF4-FFF2-40B4-BE49-F238E27FC236}">
                <a16:creationId xmlns:a16="http://schemas.microsoft.com/office/drawing/2014/main" id="{12A436CD-249F-485E-841E-E9BABF94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06" y="25909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643A2143-04A4-4923-B841-508792EBA724}"/>
              </a:ext>
            </a:extLst>
          </p:cNvPr>
          <p:cNvSpPr txBox="1"/>
          <p:nvPr/>
        </p:nvSpPr>
        <p:spPr>
          <a:xfrm>
            <a:off x="985385" y="5092894"/>
            <a:ext cx="25211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>
                <a:ea typeface="맑은 고딕"/>
                <a:cs typeface="Calibri"/>
              </a:rPr>
              <a:t>타자 게임(캐주얼 게임)</a:t>
            </a:r>
          </a:p>
        </p:txBody>
      </p:sp>
      <p:pic>
        <p:nvPicPr>
          <p:cNvPr id="1032" name="Picture 8" descr="언어, c 무료 아이콘 의 Material Design">
            <a:extLst>
              <a:ext uri="{FF2B5EF4-FFF2-40B4-BE49-F238E27FC236}">
                <a16:creationId xmlns:a16="http://schemas.microsoft.com/office/drawing/2014/main" id="{B6D32680-6593-420F-983C-FB5A161F1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421" y="2455711"/>
            <a:ext cx="2221992" cy="235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49F0EFA1-8A02-4B64-8950-39E97C4336D3}"/>
              </a:ext>
            </a:extLst>
          </p:cNvPr>
          <p:cNvSpPr txBox="1"/>
          <p:nvPr/>
        </p:nvSpPr>
        <p:spPr>
          <a:xfrm>
            <a:off x="7097059" y="5017286"/>
            <a:ext cx="191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</a:t>
            </a:r>
            <a:r>
              <a:rPr lang="ko-KR" altLang="en-US" dirty="0"/>
              <a:t>언어</a:t>
            </a:r>
          </a:p>
        </p:txBody>
      </p:sp>
    </p:spTree>
    <p:extLst>
      <p:ext uri="{BB962C8B-B14F-4D97-AF65-F5344CB8AC3E}">
        <p14:creationId xmlns:p14="http://schemas.microsoft.com/office/powerpoint/2010/main" val="230091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1005403" cy="535531"/>
          </a:xfrm>
        </p:spPr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F39759A-630E-41B9-93DB-E43A652D3697}"/>
              </a:ext>
            </a:extLst>
          </p:cNvPr>
          <p:cNvGrpSpPr/>
          <p:nvPr/>
        </p:nvGrpSpPr>
        <p:grpSpPr>
          <a:xfrm>
            <a:off x="592931" y="1714892"/>
            <a:ext cx="8720138" cy="3116627"/>
            <a:chOff x="544894" y="1982012"/>
            <a:chExt cx="9602025" cy="343181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6631557-7DB4-4E44-934F-C8902FFDD6D2}"/>
                </a:ext>
              </a:extLst>
            </p:cNvPr>
            <p:cNvSpPr/>
            <p:nvPr/>
          </p:nvSpPr>
          <p:spPr>
            <a:xfrm>
              <a:off x="544895" y="1982012"/>
              <a:ext cx="9602024" cy="1217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5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게임의 플레이 방식</a:t>
              </a:r>
              <a:endParaRPr lang="ko-KR" altLang="en-US" sz="25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3A235638-1148-4467-9590-9E2B11C3DAAF}"/>
                </a:ext>
              </a:extLst>
            </p:cNvPr>
            <p:cNvGrpSpPr/>
            <p:nvPr/>
          </p:nvGrpSpPr>
          <p:grpSpPr>
            <a:xfrm>
              <a:off x="544894" y="3529937"/>
              <a:ext cx="9602025" cy="1883893"/>
              <a:chOff x="544894" y="3529937"/>
              <a:chExt cx="9602025" cy="1883893"/>
            </a:xfrm>
          </p:grpSpPr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86EC97C2-5712-4193-954F-0FCA22A87029}"/>
                  </a:ext>
                </a:extLst>
              </p:cNvPr>
              <p:cNvSpPr/>
              <p:nvPr/>
            </p:nvSpPr>
            <p:spPr>
              <a:xfrm>
                <a:off x="8263020" y="3529937"/>
                <a:ext cx="1883899" cy="1883893"/>
              </a:xfrm>
              <a:prstGeom prst="ellipse">
                <a:avLst/>
              </a:prstGeom>
              <a:solidFill>
                <a:srgbClr val="D44E9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ts val="185"/>
                  </a:spcBef>
                  <a:tabLst>
                    <a:tab pos="65944" algn="l"/>
                    <a:tab pos="105510" algn="l"/>
                  </a:tabLst>
                </a:pPr>
                <a:r>
                  <a:rPr lang="ko-KR" altLang="en-US" b="1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srgbClr val="34195B"/>
                    </a:solidFill>
                    <a:latin typeface="나눔바른고딕"/>
                    <a:ea typeface="나눔바른고딕"/>
                  </a:rPr>
                  <a:t>상대방이 걸린 시간보다 빨리 입력하면 승리</a:t>
                </a:r>
                <a:endParaRPr lang="ko-KR" altLang="en-US" b="1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34195B"/>
                  </a:solidFill>
                  <a:latin typeface="나눔바른고딕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6C6A92CE-ED30-4709-B42C-3938F77EF9AE}"/>
                  </a:ext>
                </a:extLst>
              </p:cNvPr>
              <p:cNvSpPr/>
              <p:nvPr/>
            </p:nvSpPr>
            <p:spPr>
              <a:xfrm>
                <a:off x="3117602" y="3529937"/>
                <a:ext cx="1883899" cy="1883893"/>
              </a:xfrm>
              <a:prstGeom prst="ellipse">
                <a:avLst/>
              </a:prstGeom>
              <a:solidFill>
                <a:srgbClr val="D44E9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ts val="185"/>
                  </a:spcBef>
                  <a:tabLst>
                    <a:tab pos="65944" algn="l"/>
                    <a:tab pos="105510" algn="l"/>
                  </a:tabLst>
                </a:pPr>
                <a:r>
                  <a:rPr lang="ko-KR" altLang="en-US" b="1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srgbClr val="34195B"/>
                    </a:solidFill>
                    <a:ea typeface="나눔바른고딕"/>
                  </a:rPr>
                  <a:t>무작위로 선정된 문장을 상대방이 입력</a:t>
                </a:r>
                <a:endParaRPr lang="ko-KR" altLang="en-US" b="1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34195B"/>
                  </a:solidFill>
                  <a:ea typeface="나눔바른고딕"/>
                  <a:cs typeface="Calibri"/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B5E5C49-C4E5-41C7-9010-9804F3BCDC05}"/>
                  </a:ext>
                </a:extLst>
              </p:cNvPr>
              <p:cNvSpPr/>
              <p:nvPr/>
            </p:nvSpPr>
            <p:spPr>
              <a:xfrm>
                <a:off x="544894" y="3529937"/>
                <a:ext cx="1883899" cy="1883893"/>
              </a:xfrm>
              <a:prstGeom prst="ellipse">
                <a:avLst/>
              </a:prstGeom>
              <a:solidFill>
                <a:srgbClr val="D44E9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Bef>
                    <a:spcPts val="171"/>
                  </a:spcBef>
                  <a:tabLst>
                    <a:tab pos="60873" algn="l"/>
                    <a:tab pos="97396" algn="l"/>
                  </a:tabLst>
                </a:pPr>
                <a:endParaRPr lang="ko-KR" altLang="en-US" b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34195B"/>
                  </a:solidFill>
                  <a:ea typeface="나눔바른고딕"/>
                  <a:cs typeface="Calibri"/>
                </a:endParaRPr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BBB0EE4F-B669-41B8-9C48-055C3EF6595E}"/>
                  </a:ext>
                </a:extLst>
              </p:cNvPr>
              <p:cNvSpPr/>
              <p:nvPr/>
            </p:nvSpPr>
            <p:spPr>
              <a:xfrm>
                <a:off x="5690310" y="3529937"/>
                <a:ext cx="1883899" cy="1883893"/>
              </a:xfrm>
              <a:prstGeom prst="ellipse">
                <a:avLst/>
              </a:prstGeom>
              <a:solidFill>
                <a:srgbClr val="D44E9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>
                  <a:spcBef>
                    <a:spcPts val="171"/>
                  </a:spcBef>
                  <a:tabLst>
                    <a:tab pos="60873" algn="l"/>
                    <a:tab pos="97396" algn="l"/>
                  </a:tabLst>
                </a:pPr>
                <a:r>
                  <a:rPr lang="ko-KR" altLang="en-US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34195B"/>
                    </a:solidFill>
                    <a:latin typeface="나눔바른고딕" panose="020B0603020101020101" pitchFamily="50" charset="-127"/>
                    <a:ea typeface="나눔바른고딕"/>
                  </a:rPr>
                  <a:t>플레이어가</a:t>
                </a:r>
                <a:endParaRPr lang="ko-KR" altLang="en-US" b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34195B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algn="ctr">
                  <a:spcBef>
                    <a:spcPts val="171"/>
                  </a:spcBef>
                  <a:tabLst>
                    <a:tab pos="60873" algn="l"/>
                    <a:tab pos="97396" algn="l"/>
                  </a:tabLst>
                </a:pPr>
                <a:r>
                  <a:rPr lang="ko-KR" altLang="en-US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34195B"/>
                    </a:solidFill>
                    <a:latin typeface="나눔바른고딕" panose="020B0603020101020101" pitchFamily="50" charset="-127"/>
                    <a:ea typeface="나눔바른고딕"/>
                  </a:rPr>
                  <a:t>상대방이 입력한 </a:t>
                </a:r>
                <a:endParaRPr lang="en-US" altLang="ko-KR" b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34195B"/>
                  </a:solidFill>
                  <a:latin typeface="나눔바른고딕" panose="020B0603020101020101" pitchFamily="50" charset="-127"/>
                  <a:ea typeface="나눔바른고딕"/>
                </a:endParaRPr>
              </a:p>
              <a:p>
                <a:pPr algn="ctr">
                  <a:spcBef>
                    <a:spcPts val="171"/>
                  </a:spcBef>
                  <a:tabLst>
                    <a:tab pos="60873" algn="l"/>
                    <a:tab pos="97396" algn="l"/>
                  </a:tabLst>
                </a:pPr>
                <a:r>
                  <a:rPr lang="ko-KR" altLang="en-US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34195B"/>
                    </a:solidFill>
                    <a:latin typeface="나눔바른고딕" panose="020B0603020101020101" pitchFamily="50" charset="-127"/>
                    <a:ea typeface="나눔바른고딕"/>
                  </a:rPr>
                  <a:t>문장을 입력</a:t>
                </a:r>
                <a:endParaRPr lang="ko-KR" altLang="en-US" b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34195B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3F493617-F44F-430A-B9B6-0D11814E9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134" y="4471883"/>
                <a:ext cx="360127" cy="0"/>
              </a:xfrm>
              <a:prstGeom prst="line">
                <a:avLst/>
              </a:prstGeom>
              <a:solidFill>
                <a:srgbClr val="94C7FF"/>
              </a:solidFill>
              <a:ln w="50800" cap="rnd">
                <a:solidFill>
                  <a:srgbClr val="FEA0C2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9D3A399E-6C6F-4B02-A66D-20DC0EE738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5842" y="4471883"/>
                <a:ext cx="360127" cy="0"/>
              </a:xfrm>
              <a:prstGeom prst="line">
                <a:avLst/>
              </a:prstGeom>
              <a:solidFill>
                <a:srgbClr val="94C7FF"/>
              </a:solidFill>
              <a:ln w="50800" cap="rnd">
                <a:solidFill>
                  <a:srgbClr val="FEA0C2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11ABDFD-8620-40F1-A641-12D214F71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8550" y="4471883"/>
                <a:ext cx="360127" cy="0"/>
              </a:xfrm>
              <a:prstGeom prst="line">
                <a:avLst/>
              </a:prstGeom>
              <a:solidFill>
                <a:srgbClr val="94C7FF"/>
              </a:solidFill>
              <a:ln w="50800" cap="rnd">
                <a:solidFill>
                  <a:srgbClr val="FEA0C2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179278-42CC-43B9-B7EC-4FD766B028A4}"/>
              </a:ext>
            </a:extLst>
          </p:cNvPr>
          <p:cNvSpPr txBox="1"/>
          <p:nvPr/>
        </p:nvSpPr>
        <p:spPr>
          <a:xfrm>
            <a:off x="712933" y="3791418"/>
            <a:ext cx="1470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b="1" dirty="0">
                <a:solidFill>
                  <a:srgbClr val="34195B"/>
                </a:solidFill>
                <a:ea typeface="맑은 고딕"/>
                <a:cs typeface="Calibri"/>
              </a:rPr>
              <a:t>난이도 선택 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62633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타원 18">
            <a:extLst>
              <a:ext uri="{FF2B5EF4-FFF2-40B4-BE49-F238E27FC236}">
                <a16:creationId xmlns:a16="http://schemas.microsoft.com/office/drawing/2014/main" id="{64449B30-239E-4ADD-ABEB-C1717EB90B8F}"/>
              </a:ext>
            </a:extLst>
          </p:cNvPr>
          <p:cNvSpPr/>
          <p:nvPr/>
        </p:nvSpPr>
        <p:spPr>
          <a:xfrm>
            <a:off x="874159" y="1539723"/>
            <a:ext cx="756407" cy="756407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E2852A-9E9D-4BA1-A978-745FB9CFB371}"/>
              </a:ext>
            </a:extLst>
          </p:cNvPr>
          <p:cNvSpPr txBox="1"/>
          <p:nvPr/>
        </p:nvSpPr>
        <p:spPr>
          <a:xfrm>
            <a:off x="1112007" y="1669161"/>
            <a:ext cx="1910972" cy="63248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3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rPr>
              <a:t>Part 02</a:t>
            </a:r>
            <a:endParaRPr lang="ko-KR" altLang="en-US" sz="39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j-cs"/>
            </a:endParaRPr>
          </a:p>
        </p:txBody>
      </p:sp>
      <p:sp>
        <p:nvSpPr>
          <p:cNvPr id="61" name="부제목 2">
            <a:extLst>
              <a:ext uri="{FF2B5EF4-FFF2-40B4-BE49-F238E27FC236}">
                <a16:creationId xmlns:a16="http://schemas.microsoft.com/office/drawing/2014/main" id="{AB9E6075-74C2-4942-AF11-7652A8F6C6B6}"/>
              </a:ext>
            </a:extLst>
          </p:cNvPr>
          <p:cNvSpPr txBox="1">
            <a:spLocks/>
          </p:cNvSpPr>
          <p:nvPr/>
        </p:nvSpPr>
        <p:spPr>
          <a:xfrm>
            <a:off x="1112007" y="2715368"/>
            <a:ext cx="2685631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D9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게임의 인터페이스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43F10F-849A-4B5C-A6E6-21850A23D3F4}"/>
              </a:ext>
            </a:extLst>
          </p:cNvPr>
          <p:cNvSpPr/>
          <p:nvPr/>
        </p:nvSpPr>
        <p:spPr>
          <a:xfrm>
            <a:off x="854464" y="1518739"/>
            <a:ext cx="277240" cy="277240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46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2236510" cy="535531"/>
          </a:xfrm>
        </p:spPr>
        <p:txBody>
          <a:bodyPr/>
          <a:lstStyle/>
          <a:p>
            <a:r>
              <a:rPr lang="ko-KR" altLang="en-US" dirty="0"/>
              <a:t>인터페이스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pic>
        <p:nvPicPr>
          <p:cNvPr id="4" name="그림 5" descr="텍스트, 점수판이(가) 표시된 사진&#10;&#10;자동 생성된 설명">
            <a:extLst>
              <a:ext uri="{FF2B5EF4-FFF2-40B4-BE49-F238E27FC236}">
                <a16:creationId xmlns:a16="http://schemas.microsoft.com/office/drawing/2014/main" id="{BCEEA26B-7F1C-43ED-AD75-E57DE12FB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33" y="1087397"/>
            <a:ext cx="4533867" cy="2382897"/>
          </a:xfrm>
          <a:prstGeom prst="rect">
            <a:avLst/>
          </a:prstGeom>
        </p:spPr>
      </p:pic>
      <p:pic>
        <p:nvPicPr>
          <p:cNvPr id="6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F8F87A8C-3280-4312-AAE9-30433757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98" y="3901312"/>
            <a:ext cx="4533867" cy="2398380"/>
          </a:xfrm>
          <a:prstGeom prst="rect">
            <a:avLst/>
          </a:prstGeom>
        </p:spPr>
      </p:pic>
      <p:pic>
        <p:nvPicPr>
          <p:cNvPr id="10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3F8FF6E1-408C-45BE-8981-BAFABA84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653" y="3902619"/>
            <a:ext cx="4671570" cy="24069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0294F5-023F-4866-A0B0-BFB3F0DBDB77}"/>
              </a:ext>
            </a:extLst>
          </p:cNvPr>
          <p:cNvSpPr txBox="1"/>
          <p:nvPr/>
        </p:nvSpPr>
        <p:spPr>
          <a:xfrm>
            <a:off x="4092088" y="3475536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dirty="0">
                <a:ea typeface="맑은 고딕"/>
                <a:cs typeface="Calibri"/>
              </a:rPr>
              <a:t>&lt; 메인 UI 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4E2C2-016E-407C-A1A2-F8EB45C8D1D3}"/>
              </a:ext>
            </a:extLst>
          </p:cNvPr>
          <p:cNvSpPr txBox="1"/>
          <p:nvPr/>
        </p:nvSpPr>
        <p:spPr>
          <a:xfrm>
            <a:off x="1731914" y="6363551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>
                <a:ea typeface="맑은 고딕"/>
                <a:cs typeface="Calibri"/>
              </a:rPr>
              <a:t>&lt; 승리 UI 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067CC-2F78-4297-9C56-A16DED94BDB6}"/>
              </a:ext>
            </a:extLst>
          </p:cNvPr>
          <p:cNvSpPr txBox="1"/>
          <p:nvPr/>
        </p:nvSpPr>
        <p:spPr>
          <a:xfrm>
            <a:off x="6685939" y="6331622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>
                <a:ea typeface="맑은 고딕"/>
                <a:cs typeface="Calibri"/>
              </a:rPr>
              <a:t>&lt; 패배 UI &gt;</a:t>
            </a:r>
          </a:p>
        </p:txBody>
      </p:sp>
    </p:spTree>
    <p:extLst>
      <p:ext uri="{BB962C8B-B14F-4D97-AF65-F5344CB8AC3E}">
        <p14:creationId xmlns:p14="http://schemas.microsoft.com/office/powerpoint/2010/main" val="184934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타원 18">
            <a:extLst>
              <a:ext uri="{FF2B5EF4-FFF2-40B4-BE49-F238E27FC236}">
                <a16:creationId xmlns:a16="http://schemas.microsoft.com/office/drawing/2014/main" id="{64449B30-239E-4ADD-ABEB-C1717EB90B8F}"/>
              </a:ext>
            </a:extLst>
          </p:cNvPr>
          <p:cNvSpPr/>
          <p:nvPr/>
        </p:nvSpPr>
        <p:spPr>
          <a:xfrm>
            <a:off x="874159" y="1539723"/>
            <a:ext cx="756407" cy="756407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E2852A-9E9D-4BA1-A978-745FB9CFB371}"/>
              </a:ext>
            </a:extLst>
          </p:cNvPr>
          <p:cNvSpPr txBox="1"/>
          <p:nvPr/>
        </p:nvSpPr>
        <p:spPr>
          <a:xfrm>
            <a:off x="1112007" y="1669161"/>
            <a:ext cx="1910972" cy="63248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3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rPr>
              <a:t>Part 03</a:t>
            </a:r>
            <a:endParaRPr lang="ko-KR" altLang="en-US" sz="39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j-cs"/>
            </a:endParaRPr>
          </a:p>
        </p:txBody>
      </p:sp>
      <p:sp>
        <p:nvSpPr>
          <p:cNvPr id="61" name="부제목 2">
            <a:extLst>
              <a:ext uri="{FF2B5EF4-FFF2-40B4-BE49-F238E27FC236}">
                <a16:creationId xmlns:a16="http://schemas.microsoft.com/office/drawing/2014/main" id="{AB9E6075-74C2-4942-AF11-7652A8F6C6B6}"/>
              </a:ext>
            </a:extLst>
          </p:cNvPr>
          <p:cNvSpPr txBox="1">
            <a:spLocks/>
          </p:cNvSpPr>
          <p:nvPr/>
        </p:nvSpPr>
        <p:spPr>
          <a:xfrm>
            <a:off x="1112007" y="2715368"/>
            <a:ext cx="3650493" cy="364163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950" b="1" spc="-12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D966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 설명 및 시퀀스 다이어그램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43F10F-849A-4B5C-A6E6-21850A23D3F4}"/>
              </a:ext>
            </a:extLst>
          </p:cNvPr>
          <p:cNvSpPr/>
          <p:nvPr/>
        </p:nvSpPr>
        <p:spPr>
          <a:xfrm>
            <a:off x="854464" y="1518739"/>
            <a:ext cx="277240" cy="277240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52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1970411" cy="535531"/>
          </a:xfrm>
        </p:spPr>
        <p:txBody>
          <a:bodyPr/>
          <a:lstStyle/>
          <a:p>
            <a:r>
              <a:rPr lang="ko-KR" altLang="en-US"/>
              <a:t>게임 설명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6950E-6992-49C0-A7DE-218101F9035F}"/>
              </a:ext>
            </a:extLst>
          </p:cNvPr>
          <p:cNvSpPr txBox="1"/>
          <p:nvPr/>
        </p:nvSpPr>
        <p:spPr>
          <a:xfrm>
            <a:off x="995371" y="1421416"/>
            <a:ext cx="7593811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  <a:cs typeface="Calibri"/>
              </a:rPr>
              <a:t>[타자 게임]</a:t>
            </a:r>
          </a:p>
          <a:p>
            <a:r>
              <a:rPr lang="ko-KR" altLang="en-US" dirty="0">
                <a:ea typeface="맑은 고딕"/>
                <a:cs typeface="Calibri"/>
              </a:rPr>
              <a:t>- 플레이어가 난이도 선택 후 타자 게임 시작</a:t>
            </a:r>
          </a:p>
          <a:p>
            <a:r>
              <a:rPr lang="ko-KR" altLang="en-US" dirty="0">
                <a:ea typeface="맑은 고딕"/>
                <a:cs typeface="Calibri"/>
              </a:rPr>
              <a:t>- 무작위로 선정된 문장을 상대방(컴퓨터)이 입력</a:t>
            </a:r>
          </a:p>
          <a:p>
            <a:r>
              <a:rPr lang="ko-KR" altLang="en-US" dirty="0">
                <a:ea typeface="맑은 고딕"/>
                <a:cs typeface="Calibri"/>
              </a:rPr>
              <a:t>- 상대방(컴퓨터)이 입력하는데 걸린 시간보다 더 빨리 입력하면 승리</a:t>
            </a:r>
          </a:p>
        </p:txBody>
      </p:sp>
      <p:pic>
        <p:nvPicPr>
          <p:cNvPr id="4" name="그림 4">
            <a:extLst>
              <a:ext uri="{FF2B5EF4-FFF2-40B4-BE49-F238E27FC236}">
                <a16:creationId xmlns:a16="http://schemas.microsoft.com/office/drawing/2014/main" id="{6F38657D-C271-488B-8F9D-3940BCFC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7" y="3424658"/>
            <a:ext cx="2443149" cy="214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C8C4A0-0698-4EB8-906A-B49214E6AC1B}"/>
              </a:ext>
            </a:extLst>
          </p:cNvPr>
          <p:cNvSpPr txBox="1"/>
          <p:nvPr/>
        </p:nvSpPr>
        <p:spPr>
          <a:xfrm>
            <a:off x="3590538" y="3067325"/>
            <a:ext cx="51524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ko-KR" altLang="en-US" sz="2000" dirty="0">
                <a:ea typeface="맑은 고딕"/>
              </a:rPr>
              <a:t>만약 플레이어가 입력해야 하는 문장이 아닌 다른 문장을 입력한 경우</a:t>
            </a:r>
            <a:endParaRPr lang="ko-KR" altLang="en-US" sz="2000" dirty="0">
              <a:ea typeface="맑은 고딕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47BF6-CCCC-4D34-ABDF-F8F627368A23}"/>
              </a:ext>
            </a:extLst>
          </p:cNvPr>
          <p:cNvSpPr txBox="1"/>
          <p:nvPr/>
        </p:nvSpPr>
        <p:spPr>
          <a:xfrm>
            <a:off x="4176697" y="3772290"/>
            <a:ext cx="45697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  <a:cs typeface="Calibri"/>
              </a:rPr>
              <a:t>-&gt; 플레이어에게 다시 입력하라는 문구를 출력 후 남은 시간을 알려 주고 문구를 다시 입력하도록 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66809-1934-4FE7-85AD-8B64C3E2F070}"/>
              </a:ext>
            </a:extLst>
          </p:cNvPr>
          <p:cNvSpPr txBox="1"/>
          <p:nvPr/>
        </p:nvSpPr>
        <p:spPr>
          <a:xfrm>
            <a:off x="3590538" y="4730302"/>
            <a:ext cx="51524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ko-KR" altLang="en-US" sz="2000" dirty="0">
                <a:ea typeface="맑은 고딕"/>
                <a:cs typeface="Calibri"/>
              </a:rPr>
              <a:t>상대방이 문장을 입력하는데 걸린 시간보다 늦게 플레이어가 입력했을 경우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FAB1A-A894-4CBF-9274-568426C78010}"/>
              </a:ext>
            </a:extLst>
          </p:cNvPr>
          <p:cNvSpPr txBox="1"/>
          <p:nvPr/>
        </p:nvSpPr>
        <p:spPr>
          <a:xfrm>
            <a:off x="4173244" y="5450895"/>
            <a:ext cx="45697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  <a:cs typeface="Calibri"/>
              </a:rPr>
              <a:t>-&gt;  게임 패배 </a:t>
            </a:r>
            <a:r>
              <a:rPr lang="en-US" altLang="ko-KR" dirty="0">
                <a:ea typeface="맑은 고딕"/>
                <a:cs typeface="Calibri"/>
              </a:rPr>
              <a:t>UI</a:t>
            </a:r>
            <a:r>
              <a:rPr lang="ko-KR" altLang="en-US" dirty="0">
                <a:ea typeface="맑은 고딕"/>
                <a:cs typeface="Calibri"/>
              </a:rPr>
              <a:t>를 출력 후 다시 도전을 할 것인지 물어 봄</a:t>
            </a:r>
          </a:p>
        </p:txBody>
      </p:sp>
    </p:spTree>
    <p:extLst>
      <p:ext uri="{BB962C8B-B14F-4D97-AF65-F5344CB8AC3E}">
        <p14:creationId xmlns:p14="http://schemas.microsoft.com/office/powerpoint/2010/main" val="1691539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3611886" cy="535531"/>
          </a:xfrm>
        </p:spPr>
        <p:txBody>
          <a:bodyPr/>
          <a:lstStyle/>
          <a:p>
            <a:r>
              <a:rPr lang="ko-KR" altLang="en-US"/>
              <a:t>시퀀스 다이어그램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6E9965-C17A-43CD-A7B0-3B199716E871}"/>
              </a:ext>
            </a:extLst>
          </p:cNvPr>
          <p:cNvSpPr/>
          <p:nvPr/>
        </p:nvSpPr>
        <p:spPr>
          <a:xfrm>
            <a:off x="4888299" y="1143316"/>
            <a:ext cx="914400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ea typeface="맑은 고딕"/>
                <a:cs typeface="Calibri"/>
              </a:rPr>
              <a:t>UI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F4797D-B366-4B72-9A49-0827CD84CD89}"/>
              </a:ext>
            </a:extLst>
          </p:cNvPr>
          <p:cNvSpPr/>
          <p:nvPr/>
        </p:nvSpPr>
        <p:spPr>
          <a:xfrm>
            <a:off x="2677053" y="1135702"/>
            <a:ext cx="914400" cy="672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ea typeface="맑은 고딕"/>
                <a:cs typeface="Calibri"/>
              </a:rPr>
              <a:t>메인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4B58F0-1488-442C-8B84-225C83ED9931}"/>
              </a:ext>
            </a:extLst>
          </p:cNvPr>
          <p:cNvSpPr/>
          <p:nvPr/>
        </p:nvSpPr>
        <p:spPr>
          <a:xfrm>
            <a:off x="428192" y="1149722"/>
            <a:ext cx="1012391" cy="672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>
                <a:ea typeface="맑은 고딕"/>
                <a:cs typeface="Calibri"/>
              </a:rPr>
              <a:t>사용자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1AFB838-AD13-496E-AAE6-8C4724B5CD28}"/>
              </a:ext>
            </a:extLst>
          </p:cNvPr>
          <p:cNvCxnSpPr/>
          <p:nvPr/>
        </p:nvCxnSpPr>
        <p:spPr>
          <a:xfrm>
            <a:off x="3140213" y="2008386"/>
            <a:ext cx="8725" cy="4684813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F1B8141-3059-40BA-B99D-1C04FD33997C}"/>
              </a:ext>
            </a:extLst>
          </p:cNvPr>
          <p:cNvCxnSpPr>
            <a:cxnSpLocks/>
          </p:cNvCxnSpPr>
          <p:nvPr/>
        </p:nvCxnSpPr>
        <p:spPr>
          <a:xfrm>
            <a:off x="5344770" y="1923887"/>
            <a:ext cx="8725" cy="4684813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2539D2C-E821-42D4-AC76-14147C87E47E}"/>
              </a:ext>
            </a:extLst>
          </p:cNvPr>
          <p:cNvCxnSpPr>
            <a:cxnSpLocks/>
          </p:cNvCxnSpPr>
          <p:nvPr/>
        </p:nvCxnSpPr>
        <p:spPr>
          <a:xfrm>
            <a:off x="933290" y="2011012"/>
            <a:ext cx="8725" cy="4684813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4BE460-E550-4AF2-8516-20A28F571AA7}"/>
              </a:ext>
            </a:extLst>
          </p:cNvPr>
          <p:cNvCxnSpPr>
            <a:cxnSpLocks/>
          </p:cNvCxnSpPr>
          <p:nvPr/>
        </p:nvCxnSpPr>
        <p:spPr>
          <a:xfrm flipH="1">
            <a:off x="922486" y="2133107"/>
            <a:ext cx="4422284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9E9090-5792-44F5-B5B6-3F06EE72A3E3}"/>
              </a:ext>
            </a:extLst>
          </p:cNvPr>
          <p:cNvSpPr txBox="1"/>
          <p:nvPr/>
        </p:nvSpPr>
        <p:spPr>
          <a:xfrm>
            <a:off x="2498282" y="1801562"/>
            <a:ext cx="26571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메인 </a:t>
            </a:r>
            <a:r>
              <a:rPr lang="en-US" altLang="ko-KR" sz="1600" dirty="0">
                <a:ea typeface="맑은 고딕"/>
                <a:cs typeface="Calibri"/>
              </a:rPr>
              <a:t>UI</a:t>
            </a:r>
            <a:r>
              <a:rPr lang="ko-KR" altLang="en-US" sz="1600" dirty="0">
                <a:ea typeface="맑은 고딕"/>
                <a:cs typeface="Calibri"/>
              </a:rPr>
              <a:t> 출력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BDB9CEF-80CA-4A32-9090-08369C8547B9}"/>
              </a:ext>
            </a:extLst>
          </p:cNvPr>
          <p:cNvCxnSpPr>
            <a:cxnSpLocks/>
          </p:cNvCxnSpPr>
          <p:nvPr/>
        </p:nvCxnSpPr>
        <p:spPr>
          <a:xfrm flipV="1">
            <a:off x="934173" y="2564717"/>
            <a:ext cx="2222476" cy="9276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A3ECF48-677B-4F3A-BB2E-E7A52BF9A212}"/>
              </a:ext>
            </a:extLst>
          </p:cNvPr>
          <p:cNvSpPr txBox="1"/>
          <p:nvPr/>
        </p:nvSpPr>
        <p:spPr>
          <a:xfrm>
            <a:off x="-69020" y="6316180"/>
            <a:ext cx="12027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dirty="0">
                <a:ea typeface="맑은 고딕"/>
                <a:cs typeface="Calibri"/>
              </a:rPr>
              <a:t>3</a:t>
            </a:r>
            <a:r>
              <a:rPr lang="ko-KR" altLang="en-US" sz="1600" dirty="0">
                <a:ea typeface="맑은 고딕"/>
                <a:cs typeface="Calibri"/>
              </a:rPr>
              <a:t>번 반복</a:t>
            </a:r>
            <a:endParaRPr lang="en-US" altLang="ko-KR" sz="1600" dirty="0">
              <a:ea typeface="맑은 고딕"/>
              <a:cs typeface="Calibri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497AC00-9E5F-4BFD-8ADE-E77EFD11CA5C}"/>
              </a:ext>
            </a:extLst>
          </p:cNvPr>
          <p:cNvCxnSpPr>
            <a:cxnSpLocks/>
          </p:cNvCxnSpPr>
          <p:nvPr/>
        </p:nvCxnSpPr>
        <p:spPr>
          <a:xfrm>
            <a:off x="3122768" y="2806814"/>
            <a:ext cx="6352726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F70CF4-51D0-4E31-9E55-B9BE36F012F8}"/>
              </a:ext>
            </a:extLst>
          </p:cNvPr>
          <p:cNvSpPr txBox="1"/>
          <p:nvPr/>
        </p:nvSpPr>
        <p:spPr>
          <a:xfrm>
            <a:off x="4711627" y="2446920"/>
            <a:ext cx="352640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난이도 선택 함수 호출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CA0073A-F46B-49ED-B09B-396A4155EA04}"/>
              </a:ext>
            </a:extLst>
          </p:cNvPr>
          <p:cNvCxnSpPr>
            <a:cxnSpLocks/>
          </p:cNvCxnSpPr>
          <p:nvPr/>
        </p:nvCxnSpPr>
        <p:spPr>
          <a:xfrm flipH="1">
            <a:off x="5353495" y="4284163"/>
            <a:ext cx="2169752" cy="5936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F4A9B3-CB1E-4277-8A2C-40C9886E332A}"/>
              </a:ext>
            </a:extLst>
          </p:cNvPr>
          <p:cNvSpPr txBox="1"/>
          <p:nvPr/>
        </p:nvSpPr>
        <p:spPr>
          <a:xfrm>
            <a:off x="1585477" y="4843009"/>
            <a:ext cx="548057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잘못된 문장을 입력 시 남은 시간을 출력 후 다시 입력 요청 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A6CEB76-D590-4EDA-93FA-C6411646DCBB}"/>
              </a:ext>
            </a:extLst>
          </p:cNvPr>
          <p:cNvCxnSpPr>
            <a:cxnSpLocks/>
          </p:cNvCxnSpPr>
          <p:nvPr/>
        </p:nvCxnSpPr>
        <p:spPr>
          <a:xfrm flipH="1">
            <a:off x="7548619" y="4106944"/>
            <a:ext cx="1876189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564FCE8-C9A5-4EB7-A9A3-0E1D160FE53B}"/>
              </a:ext>
            </a:extLst>
          </p:cNvPr>
          <p:cNvSpPr txBox="1"/>
          <p:nvPr/>
        </p:nvSpPr>
        <p:spPr>
          <a:xfrm>
            <a:off x="1323384" y="3702661"/>
            <a:ext cx="58650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  상대방이 난이도에 따른 랜덤으로 선정된 문장을 랜덤 한 속도로 입출력 후 걸린 시간 계산 및 출력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1ABD8-6FE6-425D-99D9-9854DD5FDEE1}"/>
              </a:ext>
            </a:extLst>
          </p:cNvPr>
          <p:cNvSpPr/>
          <p:nvPr/>
        </p:nvSpPr>
        <p:spPr>
          <a:xfrm>
            <a:off x="8930113" y="1135702"/>
            <a:ext cx="914400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ea typeface="맑은 고딕"/>
                <a:cs typeface="Calibri"/>
              </a:rPr>
              <a:t>난이도</a:t>
            </a:r>
            <a:endParaRPr lang="en-US" altLang="ko-KR" dirty="0">
              <a:ea typeface="맑은 고딕"/>
              <a:cs typeface="Calibri"/>
            </a:endParaRPr>
          </a:p>
          <a:p>
            <a:pPr algn="ctr"/>
            <a:r>
              <a:rPr lang="ko-KR" altLang="en-US" dirty="0">
                <a:ea typeface="맑은 고딕"/>
                <a:cs typeface="Calibri"/>
              </a:rPr>
              <a:t>선택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109DE00-CC2D-4614-9E9B-F2F3223A80C6}"/>
              </a:ext>
            </a:extLst>
          </p:cNvPr>
          <p:cNvCxnSpPr>
            <a:cxnSpLocks/>
          </p:cNvCxnSpPr>
          <p:nvPr/>
        </p:nvCxnSpPr>
        <p:spPr>
          <a:xfrm>
            <a:off x="9474811" y="1937474"/>
            <a:ext cx="8725" cy="4684813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1E8AB29-F9B5-4662-8F87-7C118BB551F5}"/>
              </a:ext>
            </a:extLst>
          </p:cNvPr>
          <p:cNvSpPr txBox="1"/>
          <p:nvPr/>
        </p:nvSpPr>
        <p:spPr>
          <a:xfrm>
            <a:off x="1004864" y="4424563"/>
            <a:ext cx="677127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상대방이 입력한 문장을 사용자가 입력한 후 걸린 시간 계산 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7B5E182-261B-46EB-9605-F5B576B82C43}"/>
              </a:ext>
            </a:extLst>
          </p:cNvPr>
          <p:cNvCxnSpPr>
            <a:cxnSpLocks/>
          </p:cNvCxnSpPr>
          <p:nvPr/>
        </p:nvCxnSpPr>
        <p:spPr>
          <a:xfrm flipH="1">
            <a:off x="902134" y="3175914"/>
            <a:ext cx="4442636" cy="16271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9530A80-7B00-41E4-889D-BE8830FB127E}"/>
              </a:ext>
            </a:extLst>
          </p:cNvPr>
          <p:cNvSpPr txBox="1"/>
          <p:nvPr/>
        </p:nvSpPr>
        <p:spPr>
          <a:xfrm>
            <a:off x="1107105" y="2835192"/>
            <a:ext cx="392298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난이도 선택 </a:t>
            </a:r>
            <a:r>
              <a:rPr lang="en-US" altLang="ko-KR" sz="1600" dirty="0">
                <a:ea typeface="맑은 고딕"/>
                <a:cs typeface="Calibri"/>
              </a:rPr>
              <a:t>UI </a:t>
            </a:r>
            <a:r>
              <a:rPr lang="ko-KR" altLang="en-US" sz="1600" dirty="0">
                <a:ea typeface="맑은 고딕"/>
                <a:cs typeface="Calibri"/>
              </a:rPr>
              <a:t>출력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8490C67-A8F5-4551-BDCC-D5400FB4C28B}"/>
              </a:ext>
            </a:extLst>
          </p:cNvPr>
          <p:cNvCxnSpPr>
            <a:cxnSpLocks/>
          </p:cNvCxnSpPr>
          <p:nvPr/>
        </p:nvCxnSpPr>
        <p:spPr>
          <a:xfrm flipV="1">
            <a:off x="960399" y="3587262"/>
            <a:ext cx="8511847" cy="39056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EE35BD6-5B8D-49B0-A0E8-EDC2B63A892F}"/>
              </a:ext>
            </a:extLst>
          </p:cNvPr>
          <p:cNvSpPr txBox="1"/>
          <p:nvPr/>
        </p:nvSpPr>
        <p:spPr>
          <a:xfrm>
            <a:off x="1534638" y="3233815"/>
            <a:ext cx="724154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 플레이어가 난이도를 선택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22DE3E-1EA7-4947-932C-1F7D06B8A2D0}"/>
              </a:ext>
            </a:extLst>
          </p:cNvPr>
          <p:cNvSpPr txBox="1"/>
          <p:nvPr/>
        </p:nvSpPr>
        <p:spPr>
          <a:xfrm>
            <a:off x="7545647" y="3586972"/>
            <a:ext cx="18157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 선택된 난이도에 맞는 함수 호출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F123257-7DFB-4AF8-AAEF-83A1D5AAEB09}"/>
              </a:ext>
            </a:extLst>
          </p:cNvPr>
          <p:cNvSpPr/>
          <p:nvPr/>
        </p:nvSpPr>
        <p:spPr>
          <a:xfrm>
            <a:off x="7066047" y="1135702"/>
            <a:ext cx="914400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ea typeface="맑은 고딕"/>
                <a:cs typeface="Calibri"/>
              </a:rPr>
              <a:t>난이도 </a:t>
            </a:r>
            <a:r>
              <a:rPr lang="en-US" altLang="ko-KR" dirty="0">
                <a:ea typeface="맑은 고딕"/>
                <a:cs typeface="Calibri"/>
              </a:rPr>
              <a:t>l, m, h</a:t>
            </a:r>
            <a:endParaRPr lang="ko-KR" altLang="en-US" dirty="0">
              <a:ea typeface="맑은 고딕"/>
              <a:cs typeface="Calibri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FFC7DB5-F28E-4E94-815F-3DFEC97102E3}"/>
              </a:ext>
            </a:extLst>
          </p:cNvPr>
          <p:cNvCxnSpPr>
            <a:cxnSpLocks/>
          </p:cNvCxnSpPr>
          <p:nvPr/>
        </p:nvCxnSpPr>
        <p:spPr>
          <a:xfrm flipH="1">
            <a:off x="938631" y="4302298"/>
            <a:ext cx="4383111" cy="5448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AE7457F-275A-47B5-9889-4F333EF58DAC}"/>
              </a:ext>
            </a:extLst>
          </p:cNvPr>
          <p:cNvCxnSpPr>
            <a:cxnSpLocks/>
          </p:cNvCxnSpPr>
          <p:nvPr/>
        </p:nvCxnSpPr>
        <p:spPr>
          <a:xfrm>
            <a:off x="7548619" y="1848996"/>
            <a:ext cx="22121" cy="4844203"/>
          </a:xfrm>
          <a:prstGeom prst="straightConnector1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BB6ED36-D8BA-4E42-A982-F8C97607CD3A}"/>
              </a:ext>
            </a:extLst>
          </p:cNvPr>
          <p:cNvCxnSpPr>
            <a:cxnSpLocks/>
          </p:cNvCxnSpPr>
          <p:nvPr/>
        </p:nvCxnSpPr>
        <p:spPr>
          <a:xfrm flipV="1">
            <a:off x="887755" y="4768384"/>
            <a:ext cx="6657892" cy="38488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B7037A4-9CCF-49EB-B107-DA18922A99BC}"/>
              </a:ext>
            </a:extLst>
          </p:cNvPr>
          <p:cNvCxnSpPr>
            <a:cxnSpLocks/>
          </p:cNvCxnSpPr>
          <p:nvPr/>
        </p:nvCxnSpPr>
        <p:spPr>
          <a:xfrm flipH="1">
            <a:off x="966947" y="5208831"/>
            <a:ext cx="4379404" cy="38033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1B9C300-F9ED-4F78-9B1D-5C66AF929A50}"/>
              </a:ext>
            </a:extLst>
          </p:cNvPr>
          <p:cNvCxnSpPr>
            <a:cxnSpLocks/>
          </p:cNvCxnSpPr>
          <p:nvPr/>
        </p:nvCxnSpPr>
        <p:spPr>
          <a:xfrm flipH="1">
            <a:off x="959460" y="5831925"/>
            <a:ext cx="4383818" cy="729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1D6B6B0-4A86-47FF-8D72-77BEE1641663}"/>
              </a:ext>
            </a:extLst>
          </p:cNvPr>
          <p:cNvSpPr txBox="1"/>
          <p:nvPr/>
        </p:nvSpPr>
        <p:spPr>
          <a:xfrm>
            <a:off x="819927" y="5266419"/>
            <a:ext cx="687201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시간안에 올바른 문장을 입력하지 못하였을 경우 반복 종료 및 사용자가 걸린 시간을 출력 후 게임 패배</a:t>
            </a:r>
            <a:r>
              <a:rPr lang="en-US" altLang="ko-KR" sz="1600" dirty="0">
                <a:ea typeface="맑은 고딕"/>
                <a:cs typeface="Calibri"/>
              </a:rPr>
              <a:t>UI </a:t>
            </a:r>
            <a:r>
              <a:rPr lang="ko-KR" altLang="en-US" sz="1600" dirty="0">
                <a:ea typeface="맑은 고딕"/>
                <a:cs typeface="Calibri"/>
              </a:rPr>
              <a:t>출력</a:t>
            </a: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5B7E810-3359-416F-9824-583972C21CCE}"/>
              </a:ext>
            </a:extLst>
          </p:cNvPr>
          <p:cNvCxnSpPr>
            <a:cxnSpLocks/>
          </p:cNvCxnSpPr>
          <p:nvPr/>
        </p:nvCxnSpPr>
        <p:spPr>
          <a:xfrm flipH="1">
            <a:off x="5334472" y="5204705"/>
            <a:ext cx="2227734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22053E58-AACB-461A-86AC-A10AF22837AE}"/>
              </a:ext>
            </a:extLst>
          </p:cNvPr>
          <p:cNvCxnSpPr>
            <a:cxnSpLocks/>
          </p:cNvCxnSpPr>
          <p:nvPr/>
        </p:nvCxnSpPr>
        <p:spPr>
          <a:xfrm flipH="1">
            <a:off x="5334472" y="5806555"/>
            <a:ext cx="2236268" cy="1940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563C918C-C153-4801-83C7-4370784525E0}"/>
              </a:ext>
            </a:extLst>
          </p:cNvPr>
          <p:cNvGrpSpPr/>
          <p:nvPr/>
        </p:nvGrpSpPr>
        <p:grpSpPr>
          <a:xfrm>
            <a:off x="316690" y="4147959"/>
            <a:ext cx="469889" cy="2189142"/>
            <a:chOff x="134163" y="3429000"/>
            <a:chExt cx="447815" cy="1379430"/>
          </a:xfrm>
        </p:grpSpPr>
        <p:pic>
          <p:nvPicPr>
            <p:cNvPr id="5" name="그림 5">
              <a:extLst>
                <a:ext uri="{FF2B5EF4-FFF2-40B4-BE49-F238E27FC236}">
                  <a16:creationId xmlns:a16="http://schemas.microsoft.com/office/drawing/2014/main" id="{E58650FC-8151-47F1-808F-C20CF15950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6" b="61464"/>
            <a:stretch/>
          </p:blipFill>
          <p:spPr>
            <a:xfrm>
              <a:off x="134217" y="3429000"/>
              <a:ext cx="447761" cy="1086868"/>
            </a:xfrm>
            <a:prstGeom prst="rect">
              <a:avLst/>
            </a:prstGeom>
          </p:spPr>
        </p:pic>
        <p:pic>
          <p:nvPicPr>
            <p:cNvPr id="43" name="그림 5">
              <a:extLst>
                <a:ext uri="{FF2B5EF4-FFF2-40B4-BE49-F238E27FC236}">
                  <a16:creationId xmlns:a16="http://schemas.microsoft.com/office/drawing/2014/main" id="{8B472A15-272F-44E4-B78E-254AD38C4F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6" b="61464"/>
            <a:stretch/>
          </p:blipFill>
          <p:spPr>
            <a:xfrm flipV="1">
              <a:off x="134163" y="3721562"/>
              <a:ext cx="447761" cy="1086868"/>
            </a:xfrm>
            <a:prstGeom prst="rect">
              <a:avLst/>
            </a:prstGeom>
          </p:spPr>
        </p:pic>
      </p:grp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A2470574-2485-4B5C-8E60-4EBFA4100B6D}"/>
              </a:ext>
            </a:extLst>
          </p:cNvPr>
          <p:cNvCxnSpPr>
            <a:cxnSpLocks/>
          </p:cNvCxnSpPr>
          <p:nvPr/>
        </p:nvCxnSpPr>
        <p:spPr>
          <a:xfrm flipH="1">
            <a:off x="991528" y="6533809"/>
            <a:ext cx="6531719" cy="51584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EFCB9F8-2B9F-40FA-A4C6-7D8D8DB901E0}"/>
              </a:ext>
            </a:extLst>
          </p:cNvPr>
          <p:cNvSpPr txBox="1"/>
          <p:nvPr/>
        </p:nvSpPr>
        <p:spPr>
          <a:xfrm>
            <a:off x="933290" y="6261819"/>
            <a:ext cx="687201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dirty="0">
                <a:ea typeface="맑은 고딕"/>
                <a:cs typeface="Calibri"/>
              </a:rPr>
              <a:t>3</a:t>
            </a:r>
            <a:r>
              <a:rPr lang="ko-KR" altLang="en-US" sz="1600" dirty="0">
                <a:ea typeface="맑은 고딕"/>
                <a:cs typeface="Calibri"/>
              </a:rPr>
              <a:t>번 반복을 완료하면 게임 승리 </a:t>
            </a:r>
            <a:r>
              <a:rPr lang="en-US" altLang="ko-KR" sz="1600" dirty="0">
                <a:ea typeface="맑은 고딕"/>
                <a:cs typeface="Calibri"/>
              </a:rPr>
              <a:t>UI</a:t>
            </a:r>
            <a:r>
              <a:rPr lang="ko-KR" altLang="en-US" sz="1600" dirty="0">
                <a:ea typeface="맑은 고딕"/>
                <a:cs typeface="Calibri"/>
              </a:rPr>
              <a:t> 출력 후 다시 플레이 할 것인지 여부 입력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9DAD8F-B962-4712-B3AA-F2C7E278C0BB}"/>
              </a:ext>
            </a:extLst>
          </p:cNvPr>
          <p:cNvSpPr txBox="1"/>
          <p:nvPr/>
        </p:nvSpPr>
        <p:spPr>
          <a:xfrm>
            <a:off x="891635" y="2211889"/>
            <a:ext cx="23069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게임 시작 (1)을 입력</a:t>
            </a:r>
            <a:endParaRPr lang="ko-KR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860E602-428E-4ACA-9867-54DAE9D7E8FE}"/>
              </a:ext>
            </a:extLst>
          </p:cNvPr>
          <p:cNvCxnSpPr>
            <a:cxnSpLocks/>
          </p:cNvCxnSpPr>
          <p:nvPr/>
        </p:nvCxnSpPr>
        <p:spPr>
          <a:xfrm flipH="1">
            <a:off x="942063" y="6198451"/>
            <a:ext cx="4383111" cy="5448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E8E129D-84BD-45A5-BCDD-1EADC1C595DD}"/>
              </a:ext>
            </a:extLst>
          </p:cNvPr>
          <p:cNvCxnSpPr>
            <a:cxnSpLocks/>
          </p:cNvCxnSpPr>
          <p:nvPr/>
        </p:nvCxnSpPr>
        <p:spPr>
          <a:xfrm flipH="1">
            <a:off x="5368119" y="6188164"/>
            <a:ext cx="2169752" cy="5936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31A6F48-67B1-4B8F-8679-477A70CF339A}"/>
              </a:ext>
            </a:extLst>
          </p:cNvPr>
          <p:cNvSpPr txBox="1"/>
          <p:nvPr/>
        </p:nvSpPr>
        <p:spPr>
          <a:xfrm>
            <a:off x="1483535" y="5883884"/>
            <a:ext cx="586509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dirty="0">
                <a:ea typeface="맑은 고딕"/>
                <a:cs typeface="Calibri"/>
              </a:rPr>
              <a:t> 사용자가 시간 내 올바른 문장을 입력 시 위에 과정 반복 </a:t>
            </a:r>
          </a:p>
        </p:txBody>
      </p:sp>
    </p:spTree>
    <p:extLst>
      <p:ext uri="{BB962C8B-B14F-4D97-AF65-F5344CB8AC3E}">
        <p14:creationId xmlns:p14="http://schemas.microsoft.com/office/powerpoint/2010/main" val="295203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타원 18">
            <a:extLst>
              <a:ext uri="{FF2B5EF4-FFF2-40B4-BE49-F238E27FC236}">
                <a16:creationId xmlns:a16="http://schemas.microsoft.com/office/drawing/2014/main" id="{64449B30-239E-4ADD-ABEB-C1717EB90B8F}"/>
              </a:ext>
            </a:extLst>
          </p:cNvPr>
          <p:cNvSpPr/>
          <p:nvPr/>
        </p:nvSpPr>
        <p:spPr>
          <a:xfrm>
            <a:off x="874159" y="1539723"/>
            <a:ext cx="756407" cy="756407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E2852A-9E9D-4BA1-A978-745FB9CFB371}"/>
              </a:ext>
            </a:extLst>
          </p:cNvPr>
          <p:cNvSpPr txBox="1"/>
          <p:nvPr/>
        </p:nvSpPr>
        <p:spPr>
          <a:xfrm>
            <a:off x="1112007" y="1669161"/>
            <a:ext cx="1910972" cy="63248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3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rPr>
              <a:t>Part 04</a:t>
            </a:r>
            <a:endParaRPr lang="ko-KR" altLang="en-US" sz="39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j-cs"/>
            </a:endParaRPr>
          </a:p>
        </p:txBody>
      </p:sp>
      <p:sp>
        <p:nvSpPr>
          <p:cNvPr id="61" name="부제목 2">
            <a:extLst>
              <a:ext uri="{FF2B5EF4-FFF2-40B4-BE49-F238E27FC236}">
                <a16:creationId xmlns:a16="http://schemas.microsoft.com/office/drawing/2014/main" id="{AB9E6075-74C2-4942-AF11-7652A8F6C6B6}"/>
              </a:ext>
            </a:extLst>
          </p:cNvPr>
          <p:cNvSpPr txBox="1">
            <a:spLocks/>
          </p:cNvSpPr>
          <p:nvPr/>
        </p:nvSpPr>
        <p:spPr>
          <a:xfrm>
            <a:off x="1112007" y="2715368"/>
            <a:ext cx="3650493" cy="3641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950" b="1" spc="-122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D966"/>
                </a:solidFill>
                <a:latin typeface="나눔바른고딕" panose="020B0603020101020101" pitchFamily="50" charset="-127"/>
                <a:ea typeface="나눔바른고딕"/>
              </a:rPr>
              <a:t>시연 영상 및 참고 자료</a:t>
            </a:r>
            <a:endParaRPr lang="ko-KR" altLang="en-US" sz="1950" b="1" spc="-122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FFD966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43F10F-849A-4B5C-A6E6-21850A23D3F4}"/>
              </a:ext>
            </a:extLst>
          </p:cNvPr>
          <p:cNvSpPr/>
          <p:nvPr/>
        </p:nvSpPr>
        <p:spPr>
          <a:xfrm>
            <a:off x="854464" y="1518739"/>
            <a:ext cx="277240" cy="277240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6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61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1970411" cy="535531"/>
          </a:xfrm>
        </p:spPr>
        <p:txBody>
          <a:bodyPr/>
          <a:lstStyle/>
          <a:p>
            <a:r>
              <a: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ea typeface="나눔바른고딕"/>
              </a:rPr>
              <a:t>시연 영상</a:t>
            </a:r>
            <a:endParaRPr lang="ko-KR" altLang="en-US" dirty="0">
              <a:ln>
                <a:solidFill>
                  <a:srgbClr val="4472C4">
                    <a:alpha val="0"/>
                  </a:srgbClr>
                </a:solidFill>
              </a:ln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pic>
        <p:nvPicPr>
          <p:cNvPr id="3" name="시현 영상">
            <a:hlinkClick r:id="" action="ppaction://media"/>
            <a:extLst>
              <a:ext uri="{FF2B5EF4-FFF2-40B4-BE49-F238E27FC236}">
                <a16:creationId xmlns:a16="http://schemas.microsoft.com/office/drawing/2014/main" id="{4D95262E-327E-4C62-95AB-C3AC9585CF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1425339"/>
            <a:ext cx="92964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7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F7A43-1F3D-461B-B5E1-2370CAEB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6" y="352087"/>
            <a:ext cx="2935419" cy="535531"/>
          </a:xfrm>
        </p:spPr>
        <p:txBody>
          <a:bodyPr/>
          <a:lstStyle/>
          <a:p>
            <a:r>
              <a:rPr lang="ko-KR" altLang="en-US" dirty="0">
                <a:ln>
                  <a:solidFill>
                    <a:srgbClr val="4472C4">
                      <a:alpha val="0"/>
                    </a:srgbClr>
                  </a:solidFill>
                </a:ln>
                <a:ea typeface="나눔바른고딕"/>
              </a:rPr>
              <a:t>참고 자료 출처</a:t>
            </a:r>
            <a:endParaRPr lang="ko-KR" altLang="en-US" dirty="0">
              <a:ln>
                <a:solidFill>
                  <a:srgbClr val="4472C4">
                    <a:alpha val="0"/>
                  </a:srgbClr>
                </a:solidFill>
              </a:ln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CDFE7D1-F7AF-430C-A42A-4E7036BF9C3A}"/>
              </a:ext>
            </a:extLst>
          </p:cNvPr>
          <p:cNvSpPr/>
          <p:nvPr/>
        </p:nvSpPr>
        <p:spPr>
          <a:xfrm>
            <a:off x="0" y="6763661"/>
            <a:ext cx="9906000" cy="94339"/>
          </a:xfrm>
          <a:prstGeom prst="rect">
            <a:avLst/>
          </a:prstGeom>
          <a:gradFill flip="none" rotWithShape="1">
            <a:gsLst>
              <a:gs pos="885">
                <a:srgbClr val="EA6F81"/>
              </a:gs>
              <a:gs pos="100000">
                <a:srgbClr val="581282"/>
              </a:gs>
              <a:gs pos="0">
                <a:srgbClr val="DC578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05481-F646-4BEF-B58B-371900FEE74D}"/>
              </a:ext>
            </a:extLst>
          </p:cNvPr>
          <p:cNvSpPr txBox="1"/>
          <p:nvPr/>
        </p:nvSpPr>
        <p:spPr>
          <a:xfrm>
            <a:off x="878772" y="1543793"/>
            <a:ext cx="88114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3000" dirty="0"/>
              <a:t> 타이머 함수 자료 </a:t>
            </a:r>
            <a:r>
              <a:rPr lang="en-US" altLang="ko-KR" sz="3000" dirty="0"/>
              <a:t>: </a:t>
            </a:r>
            <a:r>
              <a:rPr lang="en-US" altLang="ko-KR" sz="3000" dirty="0">
                <a:hlinkClick r:id="rId2"/>
              </a:rPr>
              <a:t>[C</a:t>
            </a:r>
            <a:r>
              <a:rPr lang="ko-KR" altLang="en-US" sz="3000" dirty="0">
                <a:hlinkClick r:id="rId2"/>
              </a:rPr>
              <a:t>언어</a:t>
            </a:r>
            <a:r>
              <a:rPr lang="en-US" altLang="ko-KR" sz="3000" dirty="0">
                <a:hlinkClick r:id="rId2"/>
              </a:rPr>
              <a:t>] clock(), </a:t>
            </a:r>
            <a:r>
              <a:rPr lang="ko-KR" altLang="en-US" sz="3000" dirty="0">
                <a:hlinkClick r:id="rId2"/>
              </a:rPr>
              <a:t>시간을 측정하는 함수 </a:t>
            </a:r>
            <a:r>
              <a:rPr lang="en-US" altLang="ko-KR" sz="3000" dirty="0">
                <a:hlinkClick r:id="rId2"/>
              </a:rPr>
              <a:t>: </a:t>
            </a:r>
            <a:r>
              <a:rPr lang="ko-KR" altLang="en-US" sz="3000" dirty="0">
                <a:hlinkClick r:id="rId2"/>
              </a:rPr>
              <a:t>네이버 블로그 </a:t>
            </a:r>
            <a:r>
              <a:rPr lang="en-US" altLang="ko-KR" sz="3000" dirty="0">
                <a:hlinkClick r:id="rId2"/>
              </a:rPr>
              <a:t>(naver.com)</a:t>
            </a: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3000" dirty="0"/>
              <a:t>랜덤 함수 사용법 자료 </a:t>
            </a:r>
            <a:r>
              <a:rPr lang="en-US" altLang="ko-KR" sz="3000" dirty="0"/>
              <a:t>: </a:t>
            </a:r>
            <a:r>
              <a:rPr lang="en-US" altLang="ko-KR" sz="3000" dirty="0">
                <a:hlinkClick r:id="rId3"/>
              </a:rPr>
              <a:t>[C</a:t>
            </a:r>
            <a:r>
              <a:rPr lang="ko-KR" altLang="en-US" sz="3000" dirty="0">
                <a:hlinkClick r:id="rId3"/>
              </a:rPr>
              <a:t>언어</a:t>
            </a:r>
            <a:r>
              <a:rPr lang="en-US" altLang="ko-KR" sz="3000" dirty="0">
                <a:hlinkClick r:id="rId3"/>
              </a:rPr>
              <a:t>/C++] </a:t>
            </a:r>
            <a:r>
              <a:rPr lang="ko-KR" altLang="en-US" sz="3000" dirty="0">
                <a:hlinkClick r:id="rId3"/>
              </a:rPr>
              <a:t>랜덤함수</a:t>
            </a:r>
            <a:r>
              <a:rPr lang="en-US" altLang="ko-KR" sz="3000" dirty="0">
                <a:hlinkClick r:id="rId3"/>
              </a:rPr>
              <a:t>(rand, </a:t>
            </a:r>
            <a:r>
              <a:rPr lang="en-US" altLang="ko-KR" sz="3000" dirty="0" err="1">
                <a:hlinkClick r:id="rId3"/>
              </a:rPr>
              <a:t>srand</a:t>
            </a:r>
            <a:r>
              <a:rPr lang="en-US" altLang="ko-KR" sz="3000" dirty="0">
                <a:hlinkClick r:id="rId3"/>
              </a:rPr>
              <a:t>, time) </a:t>
            </a:r>
            <a:r>
              <a:rPr lang="ko-KR" altLang="en-US" sz="3000" dirty="0">
                <a:hlinkClick r:id="rId3"/>
              </a:rPr>
              <a:t>사용법 </a:t>
            </a:r>
            <a:r>
              <a:rPr lang="en-US" altLang="ko-KR" sz="3000" dirty="0">
                <a:hlinkClick r:id="rId3"/>
              </a:rPr>
              <a:t>&amp; </a:t>
            </a:r>
            <a:r>
              <a:rPr lang="ko-KR" altLang="en-US" sz="3000" dirty="0">
                <a:hlinkClick r:id="rId3"/>
              </a:rPr>
              <a:t>예제 </a:t>
            </a:r>
            <a:r>
              <a:rPr lang="en-US" altLang="ko-KR" sz="3000" dirty="0">
                <a:hlinkClick r:id="rId3"/>
              </a:rPr>
              <a:t>(</a:t>
            </a:r>
            <a:r>
              <a:rPr lang="ko-KR" altLang="en-US" sz="3000" dirty="0">
                <a:hlinkClick r:id="rId3"/>
              </a:rPr>
              <a:t>난수 생성</a:t>
            </a:r>
            <a:r>
              <a:rPr lang="en-US" altLang="ko-KR" sz="3000" dirty="0">
                <a:hlinkClick r:id="rId3"/>
              </a:rPr>
              <a:t>) (tistory.com)</a:t>
            </a: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3000" dirty="0"/>
              <a:t>코드 실행 늦추는 </a:t>
            </a:r>
            <a:r>
              <a:rPr lang="en-US" altLang="ko-KR" sz="3000" dirty="0"/>
              <a:t>Sleep </a:t>
            </a:r>
            <a:r>
              <a:rPr lang="ko-KR" altLang="en-US" sz="3000" dirty="0"/>
              <a:t>함수 자료 </a:t>
            </a:r>
            <a:r>
              <a:rPr lang="en-US" altLang="ko-KR" sz="3000" dirty="0"/>
              <a:t>: </a:t>
            </a:r>
            <a:r>
              <a:rPr lang="en-US" altLang="ko-KR" sz="3000" dirty="0">
                <a:hlinkClick r:id="rId4"/>
              </a:rPr>
              <a:t>[C</a:t>
            </a:r>
            <a:r>
              <a:rPr lang="ko-KR" altLang="en-US" sz="3000" dirty="0">
                <a:hlinkClick r:id="rId4"/>
              </a:rPr>
              <a:t>언어</a:t>
            </a:r>
            <a:r>
              <a:rPr lang="en-US" altLang="ko-KR" sz="3000" dirty="0">
                <a:hlinkClick r:id="rId4"/>
              </a:rPr>
              <a:t>] </a:t>
            </a:r>
            <a:r>
              <a:rPr lang="ko-KR" altLang="en-US" sz="3000" dirty="0">
                <a:hlinkClick r:id="rId4"/>
              </a:rPr>
              <a:t>코드 실행 늦추기</a:t>
            </a:r>
            <a:r>
              <a:rPr lang="en-US" altLang="ko-KR" sz="3000" dirty="0">
                <a:hlinkClick r:id="rId4"/>
              </a:rPr>
              <a:t>-</a:t>
            </a:r>
            <a:r>
              <a:rPr lang="ko-KR" altLang="en-US" sz="3000" dirty="0">
                <a:hlinkClick r:id="rId4"/>
              </a:rPr>
              <a:t>시간 지연 함수 </a:t>
            </a:r>
            <a:r>
              <a:rPr lang="en-US" altLang="ko-KR" sz="3000" dirty="0">
                <a:hlinkClick r:id="rId4"/>
              </a:rPr>
              <a:t>.. : </a:t>
            </a:r>
            <a:r>
              <a:rPr lang="ko-KR" altLang="en-US" sz="3000" dirty="0" err="1">
                <a:hlinkClick r:id="rId4"/>
              </a:rPr>
              <a:t>네이버블로그</a:t>
            </a:r>
            <a:r>
              <a:rPr lang="ko-KR" altLang="en-US" sz="3000" dirty="0">
                <a:hlinkClick r:id="rId4"/>
              </a:rPr>
              <a:t> </a:t>
            </a:r>
            <a:r>
              <a:rPr lang="en-US" altLang="ko-KR" sz="3000" dirty="0">
                <a:hlinkClick r:id="rId4"/>
              </a:rPr>
              <a:t>(naver.com)</a:t>
            </a:r>
            <a:endParaRPr lang="en-US" altLang="ko-KR" sz="3000" dirty="0"/>
          </a:p>
          <a:p>
            <a:endParaRPr lang="en-US" altLang="ko-KR" sz="3000" dirty="0"/>
          </a:p>
          <a:p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488812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85">
              <a:srgbClr val="EA6F81"/>
            </a:gs>
            <a:gs pos="70000">
              <a:srgbClr val="581282"/>
            </a:gs>
            <a:gs pos="9000">
              <a:srgbClr val="DC578E"/>
            </a:gs>
            <a:gs pos="100000">
              <a:srgbClr val="211895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50A032-6678-4BD9-A748-993A0F0E8F63}"/>
              </a:ext>
            </a:extLst>
          </p:cNvPr>
          <p:cNvSpPr txBox="1"/>
          <p:nvPr/>
        </p:nvSpPr>
        <p:spPr>
          <a:xfrm>
            <a:off x="3371862" y="1253970"/>
            <a:ext cx="3162276" cy="7862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ko-KR" sz="4875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016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18738</TotalTime>
  <Words>414</Words>
  <Application>Microsoft Office PowerPoint</Application>
  <PresentationFormat>A4 용지(210x297mm)</PresentationFormat>
  <Paragraphs>86</Paragraphs>
  <Slides>14</Slides>
  <Notes>8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나눔바른고딕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개요</vt:lpstr>
      <vt:lpstr>개요</vt:lpstr>
      <vt:lpstr>PowerPoint 프레젠테이션</vt:lpstr>
      <vt:lpstr>인터페이스</vt:lpstr>
      <vt:lpstr>PowerPoint 프레젠테이션</vt:lpstr>
      <vt:lpstr>게임 설명</vt:lpstr>
      <vt:lpstr>시퀀스 다이어그램</vt:lpstr>
      <vt:lpstr>PowerPoint 프레젠테이션</vt:lpstr>
      <vt:lpstr>시연 영상</vt:lpstr>
      <vt:lpstr>참고 자료 출처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국민안전을 위한 포장파손 교통사고 제로화</dc:title>
  <dc:creator>user</dc:creator>
  <cp:lastModifiedBy>유 지석</cp:lastModifiedBy>
  <cp:revision>1655</cp:revision>
  <cp:lastPrinted>2017-10-17T09:01:27Z</cp:lastPrinted>
  <dcterms:created xsi:type="dcterms:W3CDTF">2017-09-13T01:48:25Z</dcterms:created>
  <dcterms:modified xsi:type="dcterms:W3CDTF">2021-05-25T06:43:23Z</dcterms:modified>
</cp:coreProperties>
</file>